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6"/>
    <p:restoredTop sz="94638"/>
  </p:normalViewPr>
  <p:slideViewPr>
    <p:cSldViewPr snapToGrid="0">
      <p:cViewPr>
        <p:scale>
          <a:sx n="193" d="100"/>
          <a:sy n="193" d="100"/>
        </p:scale>
        <p:origin x="-792" y="-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5F548A1-2B7A-4504-835B-E6789A88C0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5F1F00-5848-4F0A-9A70-DDF4AF11EA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5B331C-67FF-4BA4-95F1-112E50E636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B531C1-1D37-4FD4-B674-5A39D46D8E52}"/>
              </a:ext>
            </a:extLst>
          </p:cNvPr>
          <p:cNvSpPr>
            <a:spLocks noGrp="1"/>
          </p:cNvSpPr>
          <p:nvPr/>
        </p:nvSpPr>
        <p:spPr>
          <a:xfrm>
            <a:off x="9667875" y="-571500"/>
            <a:ext cx="3238500" cy="81915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8EAEB1-238B-4624-8ECA-62315EF32771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9050" cy="6858000"/>
          </a:xfrm>
          <a:prstGeom prst="rect">
            <a:avLst/>
          </a:prstGeom>
          <a:solidFill>
            <a:srgbClr val="151C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8DD7C7-DD6C-4FC3-95ED-3E796DA8FB9E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1049000" cy="12383"/>
          </a:xfrm>
          <a:prstGeom prst="rect">
            <a:avLst/>
          </a:prstGeom>
          <a:solidFill>
            <a:srgbClr val="323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01E116-64D5-4224-BA3B-67B5FE7467F1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FF44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4444"/>
                </a:solidFill>
                <a:latin typeface="Apple SD Gothic Neo"/>
                <a:ea typeface="Apple SD Gothic Neo"/>
                <a:cs typeface="Apple SD Gothic Neo"/>
              </a:rPr>
              <a:t>KBO FANS · PRODUCT TOUR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84E53F-7AA6-42BF-B989-C4F6A01F2302}"/>
              </a:ext>
            </a:extLst>
          </p:cNvPr>
          <p:cNvSpPr>
            <a:spLocks noGrp="1"/>
          </p:cNvSpPr>
          <p:nvPr/>
        </p:nvSpPr>
        <p:spPr>
          <a:xfrm>
            <a:off x="714375" y="1800225"/>
            <a:ext cx="6191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2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sz="3225" b="1" dirty="0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  <a:r>
              <a:rPr sz="3225" b="1" dirty="0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lang="en-US" sz="3225" b="1" dirty="0">
              <a:solidFill>
                <a:srgbClr val="F7F9FC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buNone/>
              <a:defRPr sz="32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3225" b="1" dirty="0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답답해서 </a:t>
            </a:r>
            <a:r>
              <a:rPr lang="ko-KR" altLang="en-US" sz="3225" b="1" dirty="0" err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직접만든</a:t>
            </a:r>
            <a:r>
              <a:rPr lang="ko-KR" altLang="en-US" sz="3225" b="1" dirty="0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 야구 </a:t>
            </a:r>
            <a:r>
              <a:rPr lang="ko-KR" altLang="en-US" sz="3225" b="1" dirty="0" err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슈퍼앱</a:t>
            </a:r>
            <a:endParaRPr lang="en-US" altLang="ko-KR" sz="3225" b="1" dirty="0">
              <a:solidFill>
                <a:srgbClr val="F7F9F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D962E8-2E0D-4C6B-93F6-801667726D3D}"/>
              </a:ext>
            </a:extLst>
          </p:cNvPr>
          <p:cNvSpPr>
            <a:spLocks noGrp="1"/>
          </p:cNvSpPr>
          <p:nvPr/>
        </p:nvSpPr>
        <p:spPr>
          <a:xfrm>
            <a:off x="6496050" y="819150"/>
            <a:ext cx="1771650" cy="3657600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89ADE6-E234-4F54-8D15-E0278AD26A94}"/>
              </a:ext>
            </a:extLst>
          </p:cNvPr>
          <p:cNvSpPr>
            <a:spLocks noGrp="1"/>
          </p:cNvSpPr>
          <p:nvPr/>
        </p:nvSpPr>
        <p:spPr>
          <a:xfrm>
            <a:off x="6505575" y="819150"/>
            <a:ext cx="38100" cy="365760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895838"/>
            <a:ext cx="1619250" cy="350422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4EDE497-66FE-4D0E-BADC-6A292FB9A172}"/>
              </a:ext>
            </a:extLst>
          </p:cNvPr>
          <p:cNvSpPr>
            <a:spLocks noGrp="1"/>
          </p:cNvSpPr>
          <p:nvPr/>
        </p:nvSpPr>
        <p:spPr>
          <a:xfrm>
            <a:off x="6496050" y="457200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홈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31FC9E-2430-4509-9454-55618706A6BF}"/>
              </a:ext>
            </a:extLst>
          </p:cNvPr>
          <p:cNvSpPr>
            <a:spLocks noGrp="1"/>
          </p:cNvSpPr>
          <p:nvPr/>
        </p:nvSpPr>
        <p:spPr>
          <a:xfrm>
            <a:off x="8258175" y="590550"/>
            <a:ext cx="1866900" cy="3857625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B1B82C-A08B-4264-958F-72580ED06598}"/>
              </a:ext>
            </a:extLst>
          </p:cNvPr>
          <p:cNvSpPr>
            <a:spLocks noGrp="1"/>
          </p:cNvSpPr>
          <p:nvPr/>
        </p:nvSpPr>
        <p:spPr>
          <a:xfrm>
            <a:off x="8267700" y="590550"/>
            <a:ext cx="38100" cy="3857625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35560" y="666750"/>
            <a:ext cx="1712130" cy="370522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290932A-C071-4653-9225-28D67AE7CE84}"/>
              </a:ext>
            </a:extLst>
          </p:cNvPr>
          <p:cNvSpPr>
            <a:spLocks noGrp="1"/>
          </p:cNvSpPr>
          <p:nvPr/>
        </p:nvSpPr>
        <p:spPr>
          <a:xfrm>
            <a:off x="8258175" y="4543425"/>
            <a:ext cx="1866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문자중계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4A5060-C54E-4311-8B46-BD624E93C799}"/>
              </a:ext>
            </a:extLst>
          </p:cNvPr>
          <p:cNvSpPr>
            <a:spLocks noGrp="1"/>
          </p:cNvSpPr>
          <p:nvPr/>
        </p:nvSpPr>
        <p:spPr>
          <a:xfrm>
            <a:off x="10115550" y="914400"/>
            <a:ext cx="1676400" cy="3448050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9D485E-5A7C-46B3-82D7-F8350EF951C2}"/>
              </a:ext>
            </a:extLst>
          </p:cNvPr>
          <p:cNvSpPr>
            <a:spLocks noGrp="1"/>
          </p:cNvSpPr>
          <p:nvPr/>
        </p:nvSpPr>
        <p:spPr>
          <a:xfrm>
            <a:off x="10125075" y="914400"/>
            <a:ext cx="38100" cy="3448050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192314" y="990600"/>
            <a:ext cx="1522871" cy="329565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FD704FC-5DE9-4D8A-B35D-61029EE58CDA}"/>
              </a:ext>
            </a:extLst>
          </p:cNvPr>
          <p:cNvSpPr>
            <a:spLocks noGrp="1"/>
          </p:cNvSpPr>
          <p:nvPr/>
        </p:nvSpPr>
        <p:spPr>
          <a:xfrm>
            <a:off x="10115550" y="445770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기록실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874523-B364-48EA-A6F9-5F52E3036633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 · 20241874 김민규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CDBF433-320B-42D0-A823-9DEFA35C0FBC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0272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38BA3CC3-427B-4B63-8B1A-AB6B1C0EFD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09C543-38E1-4111-8283-9076879FAF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DF50ED-60BA-43F5-8145-E4AA768678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72175A-9A80-456A-9212-6598007A8142}"/>
              </a:ext>
            </a:extLst>
          </p:cNvPr>
          <p:cNvSpPr>
            <a:spLocks noGrp="1"/>
          </p:cNvSpPr>
          <p:nvPr/>
        </p:nvSpPr>
        <p:spPr>
          <a:xfrm>
            <a:off x="9667875" y="-571500"/>
            <a:ext cx="3238500" cy="81915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C14111-4DAB-4CE5-89C8-52D93BD058B1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9050" cy="6858000"/>
          </a:xfrm>
          <a:prstGeom prst="rect">
            <a:avLst/>
          </a:prstGeom>
          <a:solidFill>
            <a:srgbClr val="151C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E7CD6C-EC6C-49B0-95F2-8A9223BDF076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1049000" cy="12383"/>
          </a:xfrm>
          <a:prstGeom prst="rect">
            <a:avLst/>
          </a:prstGeom>
          <a:solidFill>
            <a:srgbClr val="323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88ACD6-B1E0-4902-BEF1-BF9162A8381F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400050" cy="28575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kicker-2-label">
            <a:extLst>
              <a:ext uri="{FF2B5EF4-FFF2-40B4-BE49-F238E27FC236}">
                <a16:creationId xmlns:a16="http://schemas.microsoft.com/office/drawing/2014/main" id="{E3E36E86-D499-469A-BCE2-03BC7E93B821}"/>
              </a:ext>
            </a:extLst>
          </p:cNvPr>
          <p:cNvSpPr>
            <a:spLocks noGrp="1"/>
          </p:cNvSpPr>
          <p:nvPr/>
        </p:nvSpPr>
        <p:spPr>
          <a:xfrm>
            <a:off x="1066800" y="3429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FAN JOURNEY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025FA6-72B1-453B-89CE-84F15D25C002}"/>
              </a:ext>
            </a:extLst>
          </p:cNvPr>
          <p:cNvSpPr>
            <a:spLocks noGrp="1"/>
          </p:cNvSpPr>
          <p:nvPr/>
        </p:nvSpPr>
        <p:spPr>
          <a:xfrm>
            <a:off x="571500" y="781050"/>
            <a:ext cx="7810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야구팬의 하루 흐름에 맞춰 기능을 연결했어요.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D26359-EE3A-4F5A-9BD0-BFBE167C82BE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오늘 경기 확인부터 상세, 문자중계, 기록실까지 자연스럽게 이어져요.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6B94AC-9A51-4D13-A446-1427320E8C61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CB377D-A440-4CA3-BFC9-8B57F223DAF4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8CE577-2DB6-45D1-9759-4891C1B7BA2E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1790700" cy="14859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C058A5-BB90-4A24-9E81-AA06552D03A3}"/>
              </a:ext>
            </a:extLst>
          </p:cNvPr>
          <p:cNvSpPr>
            <a:spLocks noGrp="1"/>
          </p:cNvSpPr>
          <p:nvPr/>
        </p:nvSpPr>
        <p:spPr>
          <a:xfrm>
            <a:off x="857250" y="2895600"/>
            <a:ext cx="285750" cy="285750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5A6438-2D9B-4E60-9C06-9E89E43B43BF}"/>
              </a:ext>
            </a:extLst>
          </p:cNvPr>
          <p:cNvSpPr>
            <a:spLocks noGrp="1"/>
          </p:cNvSpPr>
          <p:nvPr/>
        </p:nvSpPr>
        <p:spPr>
          <a:xfrm>
            <a:off x="857250" y="293370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DFCB5F-B83C-4485-BD8F-493943073D76}"/>
              </a:ext>
            </a:extLst>
          </p:cNvPr>
          <p:cNvSpPr>
            <a:spLocks noGrp="1"/>
          </p:cNvSpPr>
          <p:nvPr/>
        </p:nvSpPr>
        <p:spPr>
          <a:xfrm>
            <a:off x="1257300" y="287655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오전/점심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BF05EE-3FD3-40AA-8953-998D81C98D6D}"/>
              </a:ext>
            </a:extLst>
          </p:cNvPr>
          <p:cNvSpPr>
            <a:spLocks noGrp="1"/>
          </p:cNvSpPr>
          <p:nvPr/>
        </p:nvSpPr>
        <p:spPr>
          <a:xfrm>
            <a:off x="857250" y="3276600"/>
            <a:ext cx="14478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오늘 경기 있어?</a:t>
            </a:r>
          </a:p>
          <a:p>
            <a:pPr algn="l">
              <a:buNone/>
              <a:def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상대, 시간, 구장 확인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94D47F-F41E-490A-9C18-0B09C7227A89}"/>
              </a:ext>
            </a:extLst>
          </p:cNvPr>
          <p:cNvSpPr>
            <a:spLocks noGrp="1"/>
          </p:cNvSpPr>
          <p:nvPr/>
        </p:nvSpPr>
        <p:spPr>
          <a:xfrm>
            <a:off x="2476500" y="3457575"/>
            <a:ext cx="381000" cy="28575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5B21B3-8C74-4191-B1AB-7709EDC87B18}"/>
              </a:ext>
            </a:extLst>
          </p:cNvPr>
          <p:cNvSpPr>
            <a:spLocks noGrp="1"/>
          </p:cNvSpPr>
          <p:nvPr/>
        </p:nvSpPr>
        <p:spPr>
          <a:xfrm>
            <a:off x="2857500" y="2724150"/>
            <a:ext cx="1790700" cy="14859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03AC4F-CBD3-4AAB-869F-AF025ED70118}"/>
              </a:ext>
            </a:extLst>
          </p:cNvPr>
          <p:cNvSpPr>
            <a:spLocks noGrp="1"/>
          </p:cNvSpPr>
          <p:nvPr/>
        </p:nvSpPr>
        <p:spPr>
          <a:xfrm>
            <a:off x="3028950" y="2895600"/>
            <a:ext cx="285750" cy="28575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930F6D-02B0-42A9-A5F9-9B8FA37D5A83}"/>
              </a:ext>
            </a:extLst>
          </p:cNvPr>
          <p:cNvSpPr>
            <a:spLocks noGrp="1"/>
          </p:cNvSpPr>
          <p:nvPr/>
        </p:nvSpPr>
        <p:spPr>
          <a:xfrm>
            <a:off x="3028950" y="293370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257843-1D87-40B6-A72B-1AE6D584584E}"/>
              </a:ext>
            </a:extLst>
          </p:cNvPr>
          <p:cNvSpPr>
            <a:spLocks noGrp="1"/>
          </p:cNvSpPr>
          <p:nvPr/>
        </p:nvSpPr>
        <p:spPr>
          <a:xfrm>
            <a:off x="3429000" y="287655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경기 전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62CEEC-175F-4E64-A75A-A09CF89A1B9C}"/>
              </a:ext>
            </a:extLst>
          </p:cNvPr>
          <p:cNvSpPr>
            <a:spLocks noGrp="1"/>
          </p:cNvSpPr>
          <p:nvPr/>
        </p:nvSpPr>
        <p:spPr>
          <a:xfrm>
            <a:off x="3028950" y="3276600"/>
            <a:ext cx="14478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선발/라인업 떴어?</a:t>
            </a:r>
          </a:p>
          <a:p>
            <a:pPr algn="l">
              <a:buNone/>
              <a:def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예매나 알림 필요해?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C8FE43-B014-4EA3-9F89-62057AFF1B35}"/>
              </a:ext>
            </a:extLst>
          </p:cNvPr>
          <p:cNvSpPr>
            <a:spLocks noGrp="1"/>
          </p:cNvSpPr>
          <p:nvPr/>
        </p:nvSpPr>
        <p:spPr>
          <a:xfrm>
            <a:off x="4648200" y="3457575"/>
            <a:ext cx="381000" cy="28575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5D328E-506B-4DDF-B1E3-0FA23479B0A1}"/>
              </a:ext>
            </a:extLst>
          </p:cNvPr>
          <p:cNvSpPr>
            <a:spLocks noGrp="1"/>
          </p:cNvSpPr>
          <p:nvPr/>
        </p:nvSpPr>
        <p:spPr>
          <a:xfrm>
            <a:off x="5029200" y="2724150"/>
            <a:ext cx="1790700" cy="14859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D83B4A-5D3C-4974-9DB9-7397645F9964}"/>
              </a:ext>
            </a:extLst>
          </p:cNvPr>
          <p:cNvSpPr>
            <a:spLocks noGrp="1"/>
          </p:cNvSpPr>
          <p:nvPr/>
        </p:nvSpPr>
        <p:spPr>
          <a:xfrm>
            <a:off x="5200650" y="2895600"/>
            <a:ext cx="285750" cy="285750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4377C2-AC78-4DFF-90F5-E0BD17DC5FF6}"/>
              </a:ext>
            </a:extLst>
          </p:cNvPr>
          <p:cNvSpPr>
            <a:spLocks noGrp="1"/>
          </p:cNvSpPr>
          <p:nvPr/>
        </p:nvSpPr>
        <p:spPr>
          <a:xfrm>
            <a:off x="5200650" y="293370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4AAF91-9E2F-4BA6-98A9-A25E69C52DC8}"/>
              </a:ext>
            </a:extLst>
          </p:cNvPr>
          <p:cNvSpPr>
            <a:spLocks noGrp="1"/>
          </p:cNvSpPr>
          <p:nvPr/>
        </p:nvSpPr>
        <p:spPr>
          <a:xfrm>
            <a:off x="5600700" y="287655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경기 중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49DEB0-2BE7-4A11-9321-C4B66D7D15D5}"/>
              </a:ext>
            </a:extLst>
          </p:cNvPr>
          <p:cNvSpPr>
            <a:spLocks noGrp="1"/>
          </p:cNvSpPr>
          <p:nvPr/>
        </p:nvSpPr>
        <p:spPr>
          <a:xfrm>
            <a:off x="5200650" y="3276600"/>
            <a:ext cx="14478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지금 몇 대 몇이야?</a:t>
            </a:r>
          </a:p>
          <a:p>
            <a:pPr algn="l">
              <a:buNone/>
              <a:def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무슨 상황이야?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9B5423-EF6B-4B34-841C-1CB93A7BF25B}"/>
              </a:ext>
            </a:extLst>
          </p:cNvPr>
          <p:cNvSpPr>
            <a:spLocks noGrp="1"/>
          </p:cNvSpPr>
          <p:nvPr/>
        </p:nvSpPr>
        <p:spPr>
          <a:xfrm>
            <a:off x="6819900" y="3457575"/>
            <a:ext cx="381000" cy="28575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10DC53-629A-4BA3-A92C-C88F7AA2238C}"/>
              </a:ext>
            </a:extLst>
          </p:cNvPr>
          <p:cNvSpPr>
            <a:spLocks noGrp="1"/>
          </p:cNvSpPr>
          <p:nvPr/>
        </p:nvSpPr>
        <p:spPr>
          <a:xfrm>
            <a:off x="7200900" y="2724150"/>
            <a:ext cx="1790700" cy="14859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3EF4CF-C6CB-4F67-817F-7BA069B87768}"/>
              </a:ext>
            </a:extLst>
          </p:cNvPr>
          <p:cNvSpPr>
            <a:spLocks noGrp="1"/>
          </p:cNvSpPr>
          <p:nvPr/>
        </p:nvSpPr>
        <p:spPr>
          <a:xfrm>
            <a:off x="7372350" y="2895600"/>
            <a:ext cx="285750" cy="285750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CD65A5-EF2E-473D-AD00-00D9F84046C6}"/>
              </a:ext>
            </a:extLst>
          </p:cNvPr>
          <p:cNvSpPr>
            <a:spLocks noGrp="1"/>
          </p:cNvSpPr>
          <p:nvPr/>
        </p:nvSpPr>
        <p:spPr>
          <a:xfrm>
            <a:off x="7372350" y="293370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3EAB63-9E6F-4D24-824E-97D130E3235A}"/>
              </a:ext>
            </a:extLst>
          </p:cNvPr>
          <p:cNvSpPr>
            <a:spLocks noGrp="1"/>
          </p:cNvSpPr>
          <p:nvPr/>
        </p:nvSpPr>
        <p:spPr>
          <a:xfrm>
            <a:off x="7772400" y="287655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경기 직후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6D4267-611E-402C-ADED-51D2B2ADF79B}"/>
              </a:ext>
            </a:extLst>
          </p:cNvPr>
          <p:cNvSpPr>
            <a:spLocks noGrp="1"/>
          </p:cNvSpPr>
          <p:nvPr/>
        </p:nvSpPr>
        <p:spPr>
          <a:xfrm>
            <a:off x="7372350" y="3276600"/>
            <a:ext cx="14478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누가 잘했어?</a:t>
            </a:r>
          </a:p>
          <a:p>
            <a:pPr algn="l">
              <a:buNone/>
              <a:def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박스스코어와 핵심 선수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7D83B84-5DBA-4142-B07C-1995E525C362}"/>
              </a:ext>
            </a:extLst>
          </p:cNvPr>
          <p:cNvSpPr>
            <a:spLocks noGrp="1"/>
          </p:cNvSpPr>
          <p:nvPr/>
        </p:nvSpPr>
        <p:spPr>
          <a:xfrm>
            <a:off x="8991600" y="3457575"/>
            <a:ext cx="381000" cy="28575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3D6065E-7467-4364-88FB-FB6E724406B0}"/>
              </a:ext>
            </a:extLst>
          </p:cNvPr>
          <p:cNvSpPr>
            <a:spLocks noGrp="1"/>
          </p:cNvSpPr>
          <p:nvPr/>
        </p:nvSpPr>
        <p:spPr>
          <a:xfrm>
            <a:off x="9372600" y="2724150"/>
            <a:ext cx="1790700" cy="14859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F546072-D02A-4B69-A413-C63915E1B24B}"/>
              </a:ext>
            </a:extLst>
          </p:cNvPr>
          <p:cNvSpPr>
            <a:spLocks noGrp="1"/>
          </p:cNvSpPr>
          <p:nvPr/>
        </p:nvSpPr>
        <p:spPr>
          <a:xfrm>
            <a:off x="9544050" y="2895600"/>
            <a:ext cx="285750" cy="285750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152A79-58B5-46CE-8475-2A812878E74E}"/>
              </a:ext>
            </a:extLst>
          </p:cNvPr>
          <p:cNvSpPr>
            <a:spLocks noGrp="1"/>
          </p:cNvSpPr>
          <p:nvPr/>
        </p:nvSpPr>
        <p:spPr>
          <a:xfrm>
            <a:off x="9544050" y="293370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3DD3830-371B-4FBB-8C72-02808A5EC22B}"/>
              </a:ext>
            </a:extLst>
          </p:cNvPr>
          <p:cNvSpPr>
            <a:spLocks noGrp="1"/>
          </p:cNvSpPr>
          <p:nvPr/>
        </p:nvSpPr>
        <p:spPr>
          <a:xfrm>
            <a:off x="9944100" y="287655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다음 날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3BFACA-1E9C-4856-992E-F07182A6D205}"/>
              </a:ext>
            </a:extLst>
          </p:cNvPr>
          <p:cNvSpPr>
            <a:spLocks noGrp="1"/>
          </p:cNvSpPr>
          <p:nvPr/>
        </p:nvSpPr>
        <p:spPr>
          <a:xfrm>
            <a:off x="9544050" y="3276600"/>
            <a:ext cx="14478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순위와 기록에</a:t>
            </a:r>
          </a:p>
          <a:p>
            <a:pPr algn="l">
              <a:buNone/>
              <a:def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어떤 영향이 있었어?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C89793-9F9C-4FC0-AE12-8457737B7340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10668000" cy="800100"/>
          </a:xfrm>
          <a:prstGeom prst="rect">
            <a:avLst/>
          </a:prstGeom>
          <a:solidFill>
            <a:srgbClr val="111720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AB8977-42B2-488B-9AD4-D664D9F40662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57150" cy="800100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5C0EEAF-171E-4CC4-9B6C-87B04C534C52}"/>
              </a:ext>
            </a:extLst>
          </p:cNvPr>
          <p:cNvSpPr>
            <a:spLocks noGrp="1"/>
          </p:cNvSpPr>
          <p:nvPr/>
        </p:nvSpPr>
        <p:spPr>
          <a:xfrm>
            <a:off x="904875" y="4810125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사용 흐름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65E8C1-D710-4DA7-BB19-19F515408262}"/>
              </a:ext>
            </a:extLst>
          </p:cNvPr>
          <p:cNvSpPr>
            <a:spLocks noGrp="1"/>
          </p:cNvSpPr>
          <p:nvPr/>
        </p:nvSpPr>
        <p:spPr>
          <a:xfrm>
            <a:off x="3238500" y="4762500"/>
            <a:ext cx="74771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마이팀 홈 → 오늘 경기 → 경기 상세/문자중계 → 기록실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5282242-A7B5-4665-A18B-05350534B224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038117A-CADC-48F2-B56B-E67D836E13BF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395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C6A459B6-B1A1-4795-83F9-285F9E37C6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6AD73B-F877-41D5-B1B6-EF92EA2761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1DBE10-8FD5-44B7-85AF-EF165602E3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2B56AE-5ECE-4045-8CD5-3F17C68D79EE}"/>
              </a:ext>
            </a:extLst>
          </p:cNvPr>
          <p:cNvSpPr>
            <a:spLocks noGrp="1"/>
          </p:cNvSpPr>
          <p:nvPr/>
        </p:nvSpPr>
        <p:spPr>
          <a:xfrm>
            <a:off x="9667875" y="-571500"/>
            <a:ext cx="3238500" cy="81915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9EF549-CC5C-4358-B353-B9243365BDF2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9050" cy="6858000"/>
          </a:xfrm>
          <a:prstGeom prst="rect">
            <a:avLst/>
          </a:prstGeom>
          <a:solidFill>
            <a:srgbClr val="151C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9C76AC-D392-4CE1-BDBC-AAE585D620A9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1049000" cy="12383"/>
          </a:xfrm>
          <a:prstGeom prst="rect">
            <a:avLst/>
          </a:prstGeom>
          <a:solidFill>
            <a:srgbClr val="323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C5A4D-1661-4875-B11E-25FCA533539A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400050" cy="28575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kicker-3-label">
            <a:extLst>
              <a:ext uri="{FF2B5EF4-FFF2-40B4-BE49-F238E27FC236}">
                <a16:creationId xmlns:a16="http://schemas.microsoft.com/office/drawing/2014/main" id="{612476EA-E4C4-498F-8341-2C0653C26CD3}"/>
              </a:ext>
            </a:extLst>
          </p:cNvPr>
          <p:cNvSpPr>
            <a:spLocks noGrp="1"/>
          </p:cNvSpPr>
          <p:nvPr/>
        </p:nvSpPr>
        <p:spPr>
          <a:xfrm>
            <a:off x="1066800" y="3429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WHY KBO FANS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B95D32-A9E5-4365-9AC7-B67F703CC116}"/>
              </a:ext>
            </a:extLst>
          </p:cNvPr>
          <p:cNvSpPr>
            <a:spLocks noGrp="1"/>
          </p:cNvSpPr>
          <p:nvPr/>
        </p:nvSpPr>
        <p:spPr>
          <a:xfrm>
            <a:off x="571500" y="781050"/>
            <a:ext cx="7810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흩어진 KBO 정보를 한 앱에서 확인하세요.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C5A966-D355-48E9-9D02-69306224AAAC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마이팀 경기, 실시간 상황, 시즌 기록을 화면 흐름으로 묶었어요.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738319-287C-43DC-ADE1-267A1ADE5AC4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839F3A-717C-49D2-ABD4-AF1D2B50FDF9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E2D30B-14C9-4819-B062-D7CF49EF00AD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2333625" cy="2076450"/>
          </a:xfrm>
          <a:prstGeom prst="rect">
            <a:avLst/>
          </a:prstGeom>
          <a:solidFill>
            <a:srgbClr val="10141A"/>
          </a:solidFill>
          <a:ln w="14288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FC2E64-44B2-478B-B8CE-199259A586C7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2333625" cy="47625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B9668B-D8AB-4682-B90B-33B67DED7242}"/>
              </a:ext>
            </a:extLst>
          </p:cNvPr>
          <p:cNvSpPr>
            <a:spLocks noGrp="1"/>
          </p:cNvSpPr>
          <p:nvPr/>
        </p:nvSpPr>
        <p:spPr>
          <a:xfrm>
            <a:off x="876300" y="295275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종합 스포츠 앱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6D8A8B-12C0-4F7C-B776-FD682A7A706D}"/>
              </a:ext>
            </a:extLst>
          </p:cNvPr>
          <p:cNvSpPr>
            <a:spLocks noGrp="1"/>
          </p:cNvSpPr>
          <p:nvPr/>
        </p:nvSpPr>
        <p:spPr>
          <a:xfrm>
            <a:off x="876300" y="3467100"/>
            <a:ext cx="1905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뉴스와 광고가 앞서고</a:t>
            </a:r>
          </a:p>
          <a:p>
            <a:pPr algn="l">
              <a:buNone/>
              <a:def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야구 전용 흐름은 약함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467C96-D429-4F05-92EC-1B9334133F49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297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979FF"/>
                </a:solidFill>
                <a:latin typeface="Apple SD Gothic Neo"/>
                <a:ea typeface="Apple SD Gothic Neo"/>
                <a:cs typeface="Apple SD Gothic Neo"/>
              </a:rPr>
              <a:t>불편한 점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452F5C-FD1D-463A-96F3-15A07F37EECE}"/>
              </a:ext>
            </a:extLst>
          </p:cNvPr>
          <p:cNvSpPr>
            <a:spLocks noGrp="1"/>
          </p:cNvSpPr>
          <p:nvPr/>
        </p:nvSpPr>
        <p:spPr>
          <a:xfrm>
            <a:off x="3429000" y="2647950"/>
            <a:ext cx="2333625" cy="2076450"/>
          </a:xfrm>
          <a:prstGeom prst="rect">
            <a:avLst/>
          </a:prstGeom>
          <a:solidFill>
            <a:srgbClr val="10141A"/>
          </a:solidFill>
          <a:ln w="14288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6FF91F-A53B-4C69-A2B2-A7B6434D7A58}"/>
              </a:ext>
            </a:extLst>
          </p:cNvPr>
          <p:cNvSpPr>
            <a:spLocks noGrp="1"/>
          </p:cNvSpPr>
          <p:nvPr/>
        </p:nvSpPr>
        <p:spPr>
          <a:xfrm>
            <a:off x="3429000" y="2647950"/>
            <a:ext cx="2333625" cy="47625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456E2B-8248-4BC8-8CDB-7E022040946F}"/>
              </a:ext>
            </a:extLst>
          </p:cNvPr>
          <p:cNvSpPr>
            <a:spLocks noGrp="1"/>
          </p:cNvSpPr>
          <p:nvPr/>
        </p:nvSpPr>
        <p:spPr>
          <a:xfrm>
            <a:off x="3638550" y="295275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공식/통계 앱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309A15-73B5-4C27-A7AE-5DA0DDB957B4}"/>
              </a:ext>
            </a:extLst>
          </p:cNvPr>
          <p:cNvSpPr>
            <a:spLocks noGrp="1"/>
          </p:cNvSpPr>
          <p:nvPr/>
        </p:nvSpPr>
        <p:spPr>
          <a:xfrm>
            <a:off x="3638550" y="3467100"/>
            <a:ext cx="1905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정보는 깊지만</a:t>
            </a:r>
          </a:p>
          <a:p>
            <a:pPr algn="l">
              <a:buNone/>
              <a:def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모바일 경험이 무겁게 느껴짐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CAB059-2890-4244-BAE6-C1596DC24557}"/>
              </a:ext>
            </a:extLst>
          </p:cNvPr>
          <p:cNvSpPr>
            <a:spLocks noGrp="1"/>
          </p:cNvSpPr>
          <p:nvPr/>
        </p:nvSpPr>
        <p:spPr>
          <a:xfrm>
            <a:off x="3638550" y="43053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불편한 점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2B0A25-E62E-4E5B-8D86-1E1C3FDCB80E}"/>
              </a:ext>
            </a:extLst>
          </p:cNvPr>
          <p:cNvSpPr>
            <a:spLocks noGrp="1"/>
          </p:cNvSpPr>
          <p:nvPr/>
        </p:nvSpPr>
        <p:spPr>
          <a:xfrm>
            <a:off x="6191250" y="2647950"/>
            <a:ext cx="2333625" cy="2076450"/>
          </a:xfrm>
          <a:prstGeom prst="rect">
            <a:avLst/>
          </a:prstGeom>
          <a:solidFill>
            <a:srgbClr val="10141A"/>
          </a:solidFill>
          <a:ln w="14288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32E4C6-CD6E-4BA7-89AA-027000E25B71}"/>
              </a:ext>
            </a:extLst>
          </p:cNvPr>
          <p:cNvSpPr>
            <a:spLocks noGrp="1"/>
          </p:cNvSpPr>
          <p:nvPr/>
        </p:nvSpPr>
        <p:spPr>
          <a:xfrm>
            <a:off x="6191250" y="2647950"/>
            <a:ext cx="2333625" cy="47625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305177-4D7B-43A5-A132-EB98CDDDD097}"/>
              </a:ext>
            </a:extLst>
          </p:cNvPr>
          <p:cNvSpPr>
            <a:spLocks noGrp="1"/>
          </p:cNvSpPr>
          <p:nvPr/>
        </p:nvSpPr>
        <p:spPr>
          <a:xfrm>
            <a:off x="6400800" y="295275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개인 중계 앱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64AA43-6A64-46F5-B0E5-C6218869D327}"/>
              </a:ext>
            </a:extLst>
          </p:cNvPr>
          <p:cNvSpPr>
            <a:spLocks noGrp="1"/>
          </p:cNvSpPr>
          <p:nvPr/>
        </p:nvSpPr>
        <p:spPr>
          <a:xfrm>
            <a:off x="6400800" y="3467100"/>
            <a:ext cx="1905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가볍지만</a:t>
            </a:r>
          </a:p>
          <a:p>
            <a:pPr algn="l">
              <a:buNone/>
              <a:def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플랫폼/유지보수 안정성이 부담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2B0580-A3EE-464B-8E21-9FC335BAC06C}"/>
              </a:ext>
            </a:extLst>
          </p:cNvPr>
          <p:cNvSpPr>
            <a:spLocks noGrp="1"/>
          </p:cNvSpPr>
          <p:nvPr/>
        </p:nvSpPr>
        <p:spPr>
          <a:xfrm>
            <a:off x="6400800" y="43053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F44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4444"/>
                </a:solidFill>
                <a:latin typeface="Apple SD Gothic Neo"/>
                <a:ea typeface="Apple SD Gothic Neo"/>
                <a:cs typeface="Apple SD Gothic Neo"/>
              </a:rPr>
              <a:t>불편한 점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927144-3C3C-4C4E-ADE7-E35832D77783}"/>
              </a:ext>
            </a:extLst>
          </p:cNvPr>
          <p:cNvSpPr>
            <a:spLocks noGrp="1"/>
          </p:cNvSpPr>
          <p:nvPr/>
        </p:nvSpPr>
        <p:spPr>
          <a:xfrm>
            <a:off x="8953500" y="2647950"/>
            <a:ext cx="2333625" cy="2076450"/>
          </a:xfrm>
          <a:prstGeom prst="rect">
            <a:avLst/>
          </a:prstGeom>
          <a:solidFill>
            <a:srgbClr val="122119"/>
          </a:solidFill>
          <a:ln w="14288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BCB947-BB7F-494F-8B8F-C51AB8B78EF0}"/>
              </a:ext>
            </a:extLst>
          </p:cNvPr>
          <p:cNvSpPr>
            <a:spLocks noGrp="1"/>
          </p:cNvSpPr>
          <p:nvPr/>
        </p:nvSpPr>
        <p:spPr>
          <a:xfrm>
            <a:off x="8953500" y="2647950"/>
            <a:ext cx="2333625" cy="47625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067314-9EDD-4A48-AB18-1F65911AE6A4}"/>
              </a:ext>
            </a:extLst>
          </p:cNvPr>
          <p:cNvSpPr>
            <a:spLocks noGrp="1"/>
          </p:cNvSpPr>
          <p:nvPr/>
        </p:nvSpPr>
        <p:spPr>
          <a:xfrm>
            <a:off x="9163050" y="295275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77C974-F9F0-4B4E-8856-38CC2998A268}"/>
              </a:ext>
            </a:extLst>
          </p:cNvPr>
          <p:cNvSpPr>
            <a:spLocks noGrp="1"/>
          </p:cNvSpPr>
          <p:nvPr/>
        </p:nvSpPr>
        <p:spPr>
          <a:xfrm>
            <a:off x="9163050" y="3467100"/>
            <a:ext cx="1905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마이팀 기준으로</a:t>
            </a:r>
          </a:p>
          <a:p>
            <a:pPr algn="l">
              <a:buNone/>
              <a:def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빠른 확인과 깊은 기록까지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55A50B-09C5-4CDA-9369-3D62047BF9C2}"/>
              </a:ext>
            </a:extLst>
          </p:cNvPr>
          <p:cNvSpPr>
            <a:spLocks noGrp="1"/>
          </p:cNvSpPr>
          <p:nvPr/>
        </p:nvSpPr>
        <p:spPr>
          <a:xfrm>
            <a:off x="9163050" y="43053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00C8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0C853"/>
                </a:solidFill>
                <a:latin typeface="Apple SD Gothic Neo"/>
                <a:ea typeface="Apple SD Gothic Neo"/>
                <a:cs typeface="Apple SD Gothic Neo"/>
              </a:rPr>
              <a:t>추천 방향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04D7079-F4E4-42BF-A59C-7C470A1AE4C8}"/>
              </a:ext>
            </a:extLst>
          </p:cNvPr>
          <p:cNvSpPr>
            <a:spLocks noGrp="1"/>
          </p:cNvSpPr>
          <p:nvPr/>
        </p:nvSpPr>
        <p:spPr>
          <a:xfrm>
            <a:off x="1619250" y="5095875"/>
            <a:ext cx="8953500" cy="74295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F470FF8-7139-4433-B006-84E36E47603B}"/>
              </a:ext>
            </a:extLst>
          </p:cNvPr>
          <p:cNvSpPr>
            <a:spLocks noGrp="1"/>
          </p:cNvSpPr>
          <p:nvPr/>
        </p:nvSpPr>
        <p:spPr>
          <a:xfrm>
            <a:off x="1619250" y="5095875"/>
            <a:ext cx="38100" cy="742950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1ACD637-C052-420A-BEC4-B08BD7EB1419}"/>
              </a:ext>
            </a:extLst>
          </p:cNvPr>
          <p:cNvSpPr>
            <a:spLocks noGrp="1"/>
          </p:cNvSpPr>
          <p:nvPr/>
        </p:nvSpPr>
        <p:spPr>
          <a:xfrm>
            <a:off x="1790700" y="5229225"/>
            <a:ext cx="864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C8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C853"/>
                </a:solidFill>
                <a:latin typeface="Apple SD Gothic Neo"/>
                <a:ea typeface="Apple SD Gothic Neo"/>
                <a:cs typeface="Apple SD Gothic Neo"/>
              </a:rPr>
              <a:t>PRODUCT FIT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53304B0-C677-4E0B-96C9-17F918E731C5}"/>
              </a:ext>
            </a:extLst>
          </p:cNvPr>
          <p:cNvSpPr>
            <a:spLocks noGrp="1"/>
          </p:cNvSpPr>
          <p:nvPr/>
        </p:nvSpPr>
        <p:spPr>
          <a:xfrm>
            <a:off x="1790700" y="5476875"/>
            <a:ext cx="8648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마이팀 홈 → 경기 상세 → 기록실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F94E68E-1EBD-41ED-BE4C-4057FB8C3865}"/>
              </a:ext>
            </a:extLst>
          </p:cNvPr>
          <p:cNvSpPr>
            <a:spLocks noGrp="1"/>
          </p:cNvSpPr>
          <p:nvPr/>
        </p:nvSpPr>
        <p:spPr>
          <a:xfrm>
            <a:off x="1790700" y="5876925"/>
            <a:ext cx="864870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DD0A05-112E-47D9-8C13-723C0812DC09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B7768BE-9E84-40AE-95C7-0053484881F5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1796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D524C4B3-5CAE-421D-B08D-552025D0C3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13C8C-AD6D-4B58-9EEF-D4989D8616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1D8559-B940-4FFB-865D-3C3F3F33E3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952A9A-DB24-49EA-A130-DED655404048}"/>
              </a:ext>
            </a:extLst>
          </p:cNvPr>
          <p:cNvSpPr>
            <a:spLocks noGrp="1"/>
          </p:cNvSpPr>
          <p:nvPr/>
        </p:nvSpPr>
        <p:spPr>
          <a:xfrm>
            <a:off x="9667875" y="-571500"/>
            <a:ext cx="3238500" cy="81915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60663B-BFF5-4523-BE8D-7DDDB0C6CD70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9050" cy="6858000"/>
          </a:xfrm>
          <a:prstGeom prst="rect">
            <a:avLst/>
          </a:prstGeom>
          <a:solidFill>
            <a:srgbClr val="151C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F836CC-E516-4F10-AAEF-C1A59B86E227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1049000" cy="12383"/>
          </a:xfrm>
          <a:prstGeom prst="rect">
            <a:avLst/>
          </a:prstGeom>
          <a:solidFill>
            <a:srgbClr val="323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E05206-B33C-4C7F-8638-5A56D4E0A90A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400050" cy="28575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kicker-4-label">
            <a:extLst>
              <a:ext uri="{FF2B5EF4-FFF2-40B4-BE49-F238E27FC236}">
                <a16:creationId xmlns:a16="http://schemas.microsoft.com/office/drawing/2014/main" id="{5CA7289E-01AC-4FC9-8069-D951E6CA86BE}"/>
              </a:ext>
            </a:extLst>
          </p:cNvPr>
          <p:cNvSpPr>
            <a:spLocks noGrp="1"/>
          </p:cNvSpPr>
          <p:nvPr/>
        </p:nvSpPr>
        <p:spPr>
          <a:xfrm>
            <a:off x="1066800" y="3429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PERSONALIZED 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9CDA3D-FBD7-4F90-9BAF-503EC38CDD37}"/>
              </a:ext>
            </a:extLst>
          </p:cNvPr>
          <p:cNvSpPr>
            <a:spLocks noGrp="1"/>
          </p:cNvSpPr>
          <p:nvPr/>
        </p:nvSpPr>
        <p:spPr>
          <a:xfrm>
            <a:off x="571500" y="781050"/>
            <a:ext cx="7810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마이팀을 고르면 앱이 내 팀 중심으로 바뀌어요.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772732-DC50-4FB0-9BF3-9FC03944E300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홈, 경기 상세, 일정, 알림까지 선택한 팀 기준으로 연결돼요.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656E55-0B44-44F4-813F-9317E0E575DC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083B49-9815-496A-A9A8-7B3B7B31CD0C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D29923-56B7-44BB-97C9-B4E503FB0CBE}"/>
              </a:ext>
            </a:extLst>
          </p:cNvPr>
          <p:cNvSpPr>
            <a:spLocks noGrp="1"/>
          </p:cNvSpPr>
          <p:nvPr/>
        </p:nvSpPr>
        <p:spPr>
          <a:xfrm>
            <a:off x="733425" y="2419350"/>
            <a:ext cx="1771650" cy="3657600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E3F0B9-41F4-48DA-B8DD-444948822AFA}"/>
              </a:ext>
            </a:extLst>
          </p:cNvPr>
          <p:cNvSpPr>
            <a:spLocks noGrp="1"/>
          </p:cNvSpPr>
          <p:nvPr/>
        </p:nvSpPr>
        <p:spPr>
          <a:xfrm>
            <a:off x="742950" y="2419350"/>
            <a:ext cx="38100" cy="365760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9625" y="2496038"/>
            <a:ext cx="1619250" cy="350422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7D711F7-194E-4F01-8D83-F55FE1E68D26}"/>
              </a:ext>
            </a:extLst>
          </p:cNvPr>
          <p:cNvSpPr>
            <a:spLocks noGrp="1"/>
          </p:cNvSpPr>
          <p:nvPr/>
        </p:nvSpPr>
        <p:spPr>
          <a:xfrm>
            <a:off x="733425" y="617220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마이팀 선택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456A6F-9C67-4332-BC73-0F33E3FC39D6}"/>
              </a:ext>
            </a:extLst>
          </p:cNvPr>
          <p:cNvSpPr>
            <a:spLocks noGrp="1"/>
          </p:cNvSpPr>
          <p:nvPr/>
        </p:nvSpPr>
        <p:spPr>
          <a:xfrm>
            <a:off x="2781300" y="2419350"/>
            <a:ext cx="1771650" cy="3657600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1AE864-680C-48D7-BD32-73010DFA084E}"/>
              </a:ext>
            </a:extLst>
          </p:cNvPr>
          <p:cNvSpPr>
            <a:spLocks noGrp="1"/>
          </p:cNvSpPr>
          <p:nvPr/>
        </p:nvSpPr>
        <p:spPr>
          <a:xfrm>
            <a:off x="2790825" y="2419350"/>
            <a:ext cx="38100" cy="3657600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857500" y="2496038"/>
            <a:ext cx="1619250" cy="350422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81A1140-DC40-4BA4-B2CB-487AE12DC5B6}"/>
              </a:ext>
            </a:extLst>
          </p:cNvPr>
          <p:cNvSpPr>
            <a:spLocks noGrp="1"/>
          </p:cNvSpPr>
          <p:nvPr/>
        </p:nvSpPr>
        <p:spPr>
          <a:xfrm>
            <a:off x="2781300" y="617220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홈 반영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2D19CD-6A29-4424-BE3C-6F57066B4ED2}"/>
              </a:ext>
            </a:extLst>
          </p:cNvPr>
          <p:cNvSpPr>
            <a:spLocks noGrp="1"/>
          </p:cNvSpPr>
          <p:nvPr/>
        </p:nvSpPr>
        <p:spPr>
          <a:xfrm>
            <a:off x="6143625" y="2619375"/>
            <a:ext cx="2095500" cy="10668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9D9B1B-0D6F-4DD1-A7A1-C4422C5FAA53}"/>
              </a:ext>
            </a:extLst>
          </p:cNvPr>
          <p:cNvSpPr>
            <a:spLocks noGrp="1"/>
          </p:cNvSpPr>
          <p:nvPr/>
        </p:nvSpPr>
        <p:spPr>
          <a:xfrm>
            <a:off x="6143625" y="2619375"/>
            <a:ext cx="38100" cy="1066800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C1D288-7C7B-4D67-A203-0F1BAD08B10B}"/>
              </a:ext>
            </a:extLst>
          </p:cNvPr>
          <p:cNvSpPr>
            <a:spLocks noGrp="1"/>
          </p:cNvSpPr>
          <p:nvPr/>
        </p:nvSpPr>
        <p:spPr>
          <a:xfrm>
            <a:off x="6315075" y="2752725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44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4444"/>
                </a:solidFill>
                <a:latin typeface="Apple SD Gothic Neo"/>
                <a:ea typeface="Apple SD Gothic Neo"/>
                <a:cs typeface="Apple SD Gothic Neo"/>
              </a:rPr>
              <a:t>CONNECTED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FEBFE9-A48C-469F-A4FC-9C3F2D8B2296}"/>
              </a:ext>
            </a:extLst>
          </p:cNvPr>
          <p:cNvSpPr>
            <a:spLocks noGrp="1"/>
          </p:cNvSpPr>
          <p:nvPr/>
        </p:nvSpPr>
        <p:spPr>
          <a:xfrm>
            <a:off x="6315075" y="3000375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홈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49541F-FC10-4BF3-AA5C-45102CC833DD}"/>
              </a:ext>
            </a:extLst>
          </p:cNvPr>
          <p:cNvSpPr>
            <a:spLocks noGrp="1"/>
          </p:cNvSpPr>
          <p:nvPr/>
        </p:nvSpPr>
        <p:spPr>
          <a:xfrm>
            <a:off x="6315075" y="3400425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우리 팀 정보 먼저 보기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12C50D-E4BC-44D2-88A6-967E7010A115}"/>
              </a:ext>
            </a:extLst>
          </p:cNvPr>
          <p:cNvSpPr>
            <a:spLocks noGrp="1"/>
          </p:cNvSpPr>
          <p:nvPr/>
        </p:nvSpPr>
        <p:spPr>
          <a:xfrm>
            <a:off x="8620125" y="2619375"/>
            <a:ext cx="2095500" cy="10668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370DCD-F0CF-4762-8FE5-94A083AD647E}"/>
              </a:ext>
            </a:extLst>
          </p:cNvPr>
          <p:cNvSpPr>
            <a:spLocks noGrp="1"/>
          </p:cNvSpPr>
          <p:nvPr/>
        </p:nvSpPr>
        <p:spPr>
          <a:xfrm>
            <a:off x="8620125" y="2619375"/>
            <a:ext cx="38100" cy="1066800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2BACC2-199E-42D5-9919-112C216C7C3E}"/>
              </a:ext>
            </a:extLst>
          </p:cNvPr>
          <p:cNvSpPr>
            <a:spLocks noGrp="1"/>
          </p:cNvSpPr>
          <p:nvPr/>
        </p:nvSpPr>
        <p:spPr>
          <a:xfrm>
            <a:off x="8791575" y="2752725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CONNECTED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56ACFD-D5A8-4A38-890E-EA91F40F4A1C}"/>
              </a:ext>
            </a:extLst>
          </p:cNvPr>
          <p:cNvSpPr>
            <a:spLocks noGrp="1"/>
          </p:cNvSpPr>
          <p:nvPr/>
        </p:nvSpPr>
        <p:spPr>
          <a:xfrm>
            <a:off x="8791575" y="3000375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경기 상세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4E986F-23EB-4937-8F0D-EB48E41CBD99}"/>
              </a:ext>
            </a:extLst>
          </p:cNvPr>
          <p:cNvSpPr>
            <a:spLocks noGrp="1"/>
          </p:cNvSpPr>
          <p:nvPr/>
        </p:nvSpPr>
        <p:spPr>
          <a:xfrm>
            <a:off x="8791575" y="3400425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스코어 · 문자중계 · 기록 확인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0ABCBD-B89B-4E8B-A783-05E3C997BAC9}"/>
              </a:ext>
            </a:extLst>
          </p:cNvPr>
          <p:cNvSpPr>
            <a:spLocks noGrp="1"/>
          </p:cNvSpPr>
          <p:nvPr/>
        </p:nvSpPr>
        <p:spPr>
          <a:xfrm>
            <a:off x="6143625" y="4191000"/>
            <a:ext cx="2095500" cy="10668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06348C-3BF9-4EF9-94F3-CB4DFEE4F03D}"/>
              </a:ext>
            </a:extLst>
          </p:cNvPr>
          <p:cNvSpPr>
            <a:spLocks noGrp="1"/>
          </p:cNvSpPr>
          <p:nvPr/>
        </p:nvSpPr>
        <p:spPr>
          <a:xfrm>
            <a:off x="6143625" y="4191000"/>
            <a:ext cx="38100" cy="106680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EAE0D0-3DDE-46FF-8B9D-96A0D8061849}"/>
              </a:ext>
            </a:extLst>
          </p:cNvPr>
          <p:cNvSpPr>
            <a:spLocks noGrp="1"/>
          </p:cNvSpPr>
          <p:nvPr/>
        </p:nvSpPr>
        <p:spPr>
          <a:xfrm>
            <a:off x="6315075" y="432435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97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979FF"/>
                </a:solidFill>
                <a:latin typeface="Apple SD Gothic Neo"/>
                <a:ea typeface="Apple SD Gothic Neo"/>
                <a:cs typeface="Apple SD Gothic Neo"/>
              </a:rPr>
              <a:t>CONNECTED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8009AE-9C84-489C-A69B-BE6FC969799D}"/>
              </a:ext>
            </a:extLst>
          </p:cNvPr>
          <p:cNvSpPr>
            <a:spLocks noGrp="1"/>
          </p:cNvSpPr>
          <p:nvPr/>
        </p:nvSpPr>
        <p:spPr>
          <a:xfrm>
            <a:off x="6315075" y="4572000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일정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45E196-A211-4D7B-8E5A-4605EF323F06}"/>
              </a:ext>
            </a:extLst>
          </p:cNvPr>
          <p:cNvSpPr>
            <a:spLocks noGrp="1"/>
          </p:cNvSpPr>
          <p:nvPr/>
        </p:nvSpPr>
        <p:spPr>
          <a:xfrm>
            <a:off x="6315075" y="4972050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다음 경기와 예매 정보 확인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640F42-8858-4ACD-B1D6-43ED7FDA9F4F}"/>
              </a:ext>
            </a:extLst>
          </p:cNvPr>
          <p:cNvSpPr>
            <a:spLocks noGrp="1"/>
          </p:cNvSpPr>
          <p:nvPr/>
        </p:nvSpPr>
        <p:spPr>
          <a:xfrm>
            <a:off x="8620125" y="4191000"/>
            <a:ext cx="2095500" cy="10668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295AEE6-AE8E-4E26-9C3A-F90138831461}"/>
              </a:ext>
            </a:extLst>
          </p:cNvPr>
          <p:cNvSpPr>
            <a:spLocks noGrp="1"/>
          </p:cNvSpPr>
          <p:nvPr/>
        </p:nvSpPr>
        <p:spPr>
          <a:xfrm>
            <a:off x="8620125" y="4191000"/>
            <a:ext cx="38100" cy="1066800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20A785-63E3-4746-B71A-46DB31194C77}"/>
              </a:ext>
            </a:extLst>
          </p:cNvPr>
          <p:cNvSpPr>
            <a:spLocks noGrp="1"/>
          </p:cNvSpPr>
          <p:nvPr/>
        </p:nvSpPr>
        <p:spPr>
          <a:xfrm>
            <a:off x="8791575" y="432435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C8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C853"/>
                </a:solidFill>
                <a:latin typeface="Apple SD Gothic Neo"/>
                <a:ea typeface="Apple SD Gothic Neo"/>
                <a:cs typeface="Apple SD Gothic Neo"/>
              </a:rPr>
              <a:t>CONNECTED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083836-744A-40A7-9428-107FAC51C4FF}"/>
              </a:ext>
            </a:extLst>
          </p:cNvPr>
          <p:cNvSpPr>
            <a:spLocks noGrp="1"/>
          </p:cNvSpPr>
          <p:nvPr/>
        </p:nvSpPr>
        <p:spPr>
          <a:xfrm>
            <a:off x="8791575" y="4572000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알림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5BF133B-CF2F-4785-B46B-4F32E0F9AEFF}"/>
              </a:ext>
            </a:extLst>
          </p:cNvPr>
          <p:cNvSpPr>
            <a:spLocks noGrp="1"/>
          </p:cNvSpPr>
          <p:nvPr/>
        </p:nvSpPr>
        <p:spPr>
          <a:xfrm>
            <a:off x="8791575" y="4972050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받고 싶은 경기 알림 선택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0CC02D-87EA-468A-88E8-A5A99F1509C9}"/>
              </a:ext>
            </a:extLst>
          </p:cNvPr>
          <p:cNvSpPr>
            <a:spLocks noGrp="1"/>
          </p:cNvSpPr>
          <p:nvPr/>
        </p:nvSpPr>
        <p:spPr>
          <a:xfrm>
            <a:off x="4619625" y="4238625"/>
            <a:ext cx="1143000" cy="28575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8A54646-2BAB-4ECB-994F-16B4A5C9A8DD}"/>
              </a:ext>
            </a:extLst>
          </p:cNvPr>
          <p:cNvSpPr>
            <a:spLocks noGrp="1"/>
          </p:cNvSpPr>
          <p:nvPr/>
        </p:nvSpPr>
        <p:spPr>
          <a:xfrm>
            <a:off x="5762625" y="3143250"/>
            <a:ext cx="28575" cy="161925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08D8C34-1D3C-4391-8BFA-4AFBA4D35738}"/>
              </a:ext>
            </a:extLst>
          </p:cNvPr>
          <p:cNvSpPr>
            <a:spLocks noGrp="1"/>
          </p:cNvSpPr>
          <p:nvPr/>
        </p:nvSpPr>
        <p:spPr>
          <a:xfrm>
            <a:off x="5762625" y="3143250"/>
            <a:ext cx="381000" cy="28575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ED840D2-48A2-472E-8887-7DD81494EFD1}"/>
              </a:ext>
            </a:extLst>
          </p:cNvPr>
          <p:cNvSpPr>
            <a:spLocks noGrp="1"/>
          </p:cNvSpPr>
          <p:nvPr/>
        </p:nvSpPr>
        <p:spPr>
          <a:xfrm>
            <a:off x="5762625" y="4762500"/>
            <a:ext cx="381000" cy="28575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4F5D64E-1A12-4C3F-831F-49615634E268}"/>
              </a:ext>
            </a:extLst>
          </p:cNvPr>
          <p:cNvSpPr>
            <a:spLocks noGrp="1"/>
          </p:cNvSpPr>
          <p:nvPr/>
        </p:nvSpPr>
        <p:spPr>
          <a:xfrm>
            <a:off x="8239125" y="3143250"/>
            <a:ext cx="381000" cy="28575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9802FAC-C3EB-4017-BF54-03822A9BFE40}"/>
              </a:ext>
            </a:extLst>
          </p:cNvPr>
          <p:cNvSpPr>
            <a:spLocks noGrp="1"/>
          </p:cNvSpPr>
          <p:nvPr/>
        </p:nvSpPr>
        <p:spPr>
          <a:xfrm>
            <a:off x="8239125" y="4762500"/>
            <a:ext cx="381000" cy="28575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EA86FD-DA58-419E-98E7-766DD05DA767}"/>
              </a:ext>
            </a:extLst>
          </p:cNvPr>
          <p:cNvSpPr>
            <a:spLocks noGrp="1"/>
          </p:cNvSpPr>
          <p:nvPr/>
        </p:nvSpPr>
        <p:spPr>
          <a:xfrm>
            <a:off x="5286375" y="5391150"/>
            <a:ext cx="533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마이팀 선택에서</a:t>
            </a:r>
          </a:p>
          <a:p>
            <a:pPr algn="l">
              <a:buNone/>
              <a:defRPr sz="180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KBO Fans 경험이 시작돼요.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B40DEED-6A01-4B2D-BF75-16B02B6ACA73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A93F9A4-BD11-4CC6-8206-35CEB41AB8C3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02950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FD51C95-CA03-4041-81A6-25BA18B188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BB0DBD-5668-4BF0-B46B-6188FA0291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8F7FDE-96B3-4146-A8EC-C49EF75BA4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4B4131-BC78-4CFB-B380-D3A95455ED06}"/>
              </a:ext>
            </a:extLst>
          </p:cNvPr>
          <p:cNvSpPr>
            <a:spLocks noGrp="1"/>
          </p:cNvSpPr>
          <p:nvPr/>
        </p:nvSpPr>
        <p:spPr>
          <a:xfrm>
            <a:off x="9667875" y="-571500"/>
            <a:ext cx="3238500" cy="81915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1E0317-73FD-4FE0-B21D-6C4561983226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9050" cy="6858000"/>
          </a:xfrm>
          <a:prstGeom prst="rect">
            <a:avLst/>
          </a:prstGeom>
          <a:solidFill>
            <a:srgbClr val="151C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A17578-F711-414A-A59E-A95C35677762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1049000" cy="12383"/>
          </a:xfrm>
          <a:prstGeom prst="rect">
            <a:avLst/>
          </a:prstGeom>
          <a:solidFill>
            <a:srgbClr val="323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D666CE-A967-42E6-8F3D-302D57AFDE01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400050" cy="28575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kicker-5-label">
            <a:extLst>
              <a:ext uri="{FF2B5EF4-FFF2-40B4-BE49-F238E27FC236}">
                <a16:creationId xmlns:a16="http://schemas.microsoft.com/office/drawing/2014/main" id="{0D9B4668-0E29-4D18-A858-EB834D4FBE0C}"/>
              </a:ext>
            </a:extLst>
          </p:cNvPr>
          <p:cNvSpPr>
            <a:spLocks noGrp="1"/>
          </p:cNvSpPr>
          <p:nvPr/>
        </p:nvSpPr>
        <p:spPr>
          <a:xfrm>
            <a:off x="1066800" y="3429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FEATURE 1 · MY TEAM HOME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44565D-A131-47FC-BD69-19431AE77301}"/>
              </a:ext>
            </a:extLst>
          </p:cNvPr>
          <p:cNvSpPr>
            <a:spLocks noGrp="1"/>
          </p:cNvSpPr>
          <p:nvPr/>
        </p:nvSpPr>
        <p:spPr>
          <a:xfrm>
            <a:off x="571500" y="781050"/>
            <a:ext cx="7810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앱을 켜자마자 우리 팀부터 확인하세요.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CBFD0A-3A8B-4FE1-9887-2F8396C474AD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마이팀 브리프, 오늘 경기, 상세 이동 버튼을 홈에서 바로 만나요.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98308A-5950-4577-9DF9-4776721229D2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7CA2BB-E943-42C0-B23A-51E8CFF3AAD4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0DA56D-8619-465A-8177-864E5ED76DE8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2057400" cy="4267200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3523DF-6771-4696-9675-F9DFDF7BF648}"/>
              </a:ext>
            </a:extLst>
          </p:cNvPr>
          <p:cNvSpPr>
            <a:spLocks noGrp="1"/>
          </p:cNvSpPr>
          <p:nvPr/>
        </p:nvSpPr>
        <p:spPr>
          <a:xfrm>
            <a:off x="809625" y="2038350"/>
            <a:ext cx="38100" cy="4267200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8106" y="2114550"/>
            <a:ext cx="1901389" cy="41148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77364F0-ABA2-4E52-8706-E13937351C99}"/>
              </a:ext>
            </a:extLst>
          </p:cNvPr>
          <p:cNvSpPr>
            <a:spLocks noGrp="1"/>
          </p:cNvSpPr>
          <p:nvPr/>
        </p:nvSpPr>
        <p:spPr>
          <a:xfrm>
            <a:off x="4048125" y="2428875"/>
            <a:ext cx="6429375" cy="8763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998273-069E-4142-BC80-13821E9B7F95}"/>
              </a:ext>
            </a:extLst>
          </p:cNvPr>
          <p:cNvSpPr>
            <a:spLocks noGrp="1"/>
          </p:cNvSpPr>
          <p:nvPr/>
        </p:nvSpPr>
        <p:spPr>
          <a:xfrm>
            <a:off x="4048125" y="2428875"/>
            <a:ext cx="38100" cy="876300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C85DA9-42A9-47D4-A967-13E429E23218}"/>
              </a:ext>
            </a:extLst>
          </p:cNvPr>
          <p:cNvSpPr>
            <a:spLocks noGrp="1"/>
          </p:cNvSpPr>
          <p:nvPr/>
        </p:nvSpPr>
        <p:spPr>
          <a:xfrm>
            <a:off x="4219575" y="2562225"/>
            <a:ext cx="61245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44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4444"/>
                </a:solidFill>
                <a:latin typeface="Apple SD Gothic Neo"/>
                <a:ea typeface="Apple SD Gothic Neo"/>
                <a:cs typeface="Apple SD Gothic Neo"/>
              </a:rPr>
              <a:t>MY TEAM BRIEF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BE59B4-B9D1-428F-B459-493FF0599332}"/>
              </a:ext>
            </a:extLst>
          </p:cNvPr>
          <p:cNvSpPr>
            <a:spLocks noGrp="1"/>
          </p:cNvSpPr>
          <p:nvPr/>
        </p:nvSpPr>
        <p:spPr>
          <a:xfrm>
            <a:off x="4219575" y="2809875"/>
            <a:ext cx="61245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우리 팀 한눈에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4E8A75-F30C-45BB-8BDC-634599EACA7C}"/>
              </a:ext>
            </a:extLst>
          </p:cNvPr>
          <p:cNvSpPr>
            <a:spLocks noGrp="1"/>
          </p:cNvSpPr>
          <p:nvPr/>
        </p:nvSpPr>
        <p:spPr>
          <a:xfrm>
            <a:off x="4219575" y="3209925"/>
            <a:ext cx="6124575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경기 여부, 상대, 시간, 진행 상태를 홈 상단에서 바로 확인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9DB7B4-C7C0-495D-A827-E5EC7767C36D}"/>
              </a:ext>
            </a:extLst>
          </p:cNvPr>
          <p:cNvSpPr>
            <a:spLocks noGrp="1"/>
          </p:cNvSpPr>
          <p:nvPr/>
        </p:nvSpPr>
        <p:spPr>
          <a:xfrm>
            <a:off x="4048125" y="3571875"/>
            <a:ext cx="6429375" cy="8763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E76DA0-600B-4CEC-A9AA-C91D4A06222B}"/>
              </a:ext>
            </a:extLst>
          </p:cNvPr>
          <p:cNvSpPr>
            <a:spLocks noGrp="1"/>
          </p:cNvSpPr>
          <p:nvPr/>
        </p:nvSpPr>
        <p:spPr>
          <a:xfrm>
            <a:off x="4048125" y="3571875"/>
            <a:ext cx="38100" cy="87630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87EA2A-F33C-4574-BDFE-971C787ACE6C}"/>
              </a:ext>
            </a:extLst>
          </p:cNvPr>
          <p:cNvSpPr>
            <a:spLocks noGrp="1"/>
          </p:cNvSpPr>
          <p:nvPr/>
        </p:nvSpPr>
        <p:spPr>
          <a:xfrm>
            <a:off x="4219575" y="3705225"/>
            <a:ext cx="61245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97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979FF"/>
                </a:solidFill>
                <a:latin typeface="Apple SD Gothic Neo"/>
                <a:ea typeface="Apple SD Gothic Neo"/>
                <a:cs typeface="Apple SD Gothic Neo"/>
              </a:rPr>
              <a:t>TODAY GAMES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C9757D-CD1D-4CC7-A851-7E20797882FE}"/>
              </a:ext>
            </a:extLst>
          </p:cNvPr>
          <p:cNvSpPr>
            <a:spLocks noGrp="1"/>
          </p:cNvSpPr>
          <p:nvPr/>
        </p:nvSpPr>
        <p:spPr>
          <a:xfrm>
            <a:off x="4219575" y="3952875"/>
            <a:ext cx="61245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오늘 경기 모아보기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FC2781-A820-4FEC-8352-48C0D9B7BB18}"/>
              </a:ext>
            </a:extLst>
          </p:cNvPr>
          <p:cNvSpPr>
            <a:spLocks noGrp="1"/>
          </p:cNvSpPr>
          <p:nvPr/>
        </p:nvSpPr>
        <p:spPr>
          <a:xfrm>
            <a:off x="4219575" y="4352925"/>
            <a:ext cx="6124575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다른 팀 경기 상태와 점수도 함께 확인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2C5DED-8FB4-4505-89B1-C5F98DA3BDEF}"/>
              </a:ext>
            </a:extLst>
          </p:cNvPr>
          <p:cNvSpPr>
            <a:spLocks noGrp="1"/>
          </p:cNvSpPr>
          <p:nvPr/>
        </p:nvSpPr>
        <p:spPr>
          <a:xfrm>
            <a:off x="4048125" y="4714875"/>
            <a:ext cx="6429375" cy="8763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0F6900-E01D-4FBA-9967-6E9F5071E952}"/>
              </a:ext>
            </a:extLst>
          </p:cNvPr>
          <p:cNvSpPr>
            <a:spLocks noGrp="1"/>
          </p:cNvSpPr>
          <p:nvPr/>
        </p:nvSpPr>
        <p:spPr>
          <a:xfrm>
            <a:off x="4048125" y="4714875"/>
            <a:ext cx="38100" cy="876300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2D5187-C882-4235-9196-F18799BC6DBC}"/>
              </a:ext>
            </a:extLst>
          </p:cNvPr>
          <p:cNvSpPr>
            <a:spLocks noGrp="1"/>
          </p:cNvSpPr>
          <p:nvPr/>
        </p:nvSpPr>
        <p:spPr>
          <a:xfrm>
            <a:off x="4219575" y="4848225"/>
            <a:ext cx="61245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C8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C853"/>
                </a:solidFill>
                <a:latin typeface="Apple SD Gothic Neo"/>
                <a:ea typeface="Apple SD Gothic Neo"/>
                <a:cs typeface="Apple SD Gothic Neo"/>
              </a:rPr>
              <a:t>NEXT ACTION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B8B21A-D126-4C14-B501-626F2D50482C}"/>
              </a:ext>
            </a:extLst>
          </p:cNvPr>
          <p:cNvSpPr>
            <a:spLocks noGrp="1"/>
          </p:cNvSpPr>
          <p:nvPr/>
        </p:nvSpPr>
        <p:spPr>
          <a:xfrm>
            <a:off x="4219575" y="5095875"/>
            <a:ext cx="61245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상세/알림/기록으로 이동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715E4D-5694-470E-A538-95F52E9B5E11}"/>
              </a:ext>
            </a:extLst>
          </p:cNvPr>
          <p:cNvSpPr>
            <a:spLocks noGrp="1"/>
          </p:cNvSpPr>
          <p:nvPr/>
        </p:nvSpPr>
        <p:spPr>
          <a:xfrm>
            <a:off x="4219575" y="5495925"/>
            <a:ext cx="6124575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경기 카드에서 상세, 중계, 기록 화면으로 바로 이동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F1CAF2-B5D4-4E79-BE20-4C1539E72CA5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0FBDF5-9857-4C96-BAD1-A25A1D4405D2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36544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498999D-654F-4690-9E34-BAC88E6F54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F5FE05-9C18-4AA0-BAA8-3D8D3D7359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3793DF-FF60-4E20-ACA2-36546B849D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C4B33D-F18C-49CD-9C7C-490976F8927B}"/>
              </a:ext>
            </a:extLst>
          </p:cNvPr>
          <p:cNvSpPr>
            <a:spLocks noGrp="1"/>
          </p:cNvSpPr>
          <p:nvPr/>
        </p:nvSpPr>
        <p:spPr>
          <a:xfrm>
            <a:off x="9667875" y="-571500"/>
            <a:ext cx="3238500" cy="81915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574546-E21B-471D-9261-AD8E5D02D04B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9050" cy="6858000"/>
          </a:xfrm>
          <a:prstGeom prst="rect">
            <a:avLst/>
          </a:prstGeom>
          <a:solidFill>
            <a:srgbClr val="151C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6F4187-7497-4B50-9A2C-00354DE3CFA6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1049000" cy="12383"/>
          </a:xfrm>
          <a:prstGeom prst="rect">
            <a:avLst/>
          </a:prstGeom>
          <a:solidFill>
            <a:srgbClr val="323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3AADE1-1A1E-41C3-8877-8FEED594CA08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400050" cy="28575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kicker-6-label">
            <a:extLst>
              <a:ext uri="{FF2B5EF4-FFF2-40B4-BE49-F238E27FC236}">
                <a16:creationId xmlns:a16="http://schemas.microsoft.com/office/drawing/2014/main" id="{5F275713-3F5C-432A-8E57-8D4B06A5DE1A}"/>
              </a:ext>
            </a:extLst>
          </p:cNvPr>
          <p:cNvSpPr>
            <a:spLocks noGrp="1"/>
          </p:cNvSpPr>
          <p:nvPr/>
        </p:nvSpPr>
        <p:spPr>
          <a:xfrm>
            <a:off x="1066800" y="3429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FEATURE 2 · GAME DETAIL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1E76C3-9082-4FF7-A38F-6B5B4C7368EB}"/>
              </a:ext>
            </a:extLst>
          </p:cNvPr>
          <p:cNvSpPr>
            <a:spLocks noGrp="1"/>
          </p:cNvSpPr>
          <p:nvPr/>
        </p:nvSpPr>
        <p:spPr>
          <a:xfrm>
            <a:off x="571500" y="781050"/>
            <a:ext cx="7810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한 경기의 흐름을 4개 탭으로 따라가세요.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A498F-F79D-40DB-A9C4-FE1D3B2F442D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스코어, 문자중계, 박스스코어, 라인업을 한 화면에서 전환해요.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985C05-5DBB-4D4A-8647-BB421FF3CB1D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87C545-9F9A-45A4-96EA-98955FAAE897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F721A9-A550-45AA-B03D-022869BCFE14}"/>
              </a:ext>
            </a:extLst>
          </p:cNvPr>
          <p:cNvSpPr>
            <a:spLocks noGrp="1"/>
          </p:cNvSpPr>
          <p:nvPr/>
        </p:nvSpPr>
        <p:spPr>
          <a:xfrm>
            <a:off x="828675" y="2305050"/>
            <a:ext cx="1819275" cy="3752850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FC832D-3587-456C-87DE-D15DBFF161E4}"/>
              </a:ext>
            </a:extLst>
          </p:cNvPr>
          <p:cNvSpPr>
            <a:spLocks noGrp="1"/>
          </p:cNvSpPr>
          <p:nvPr/>
        </p:nvSpPr>
        <p:spPr>
          <a:xfrm>
            <a:off x="838200" y="2305050"/>
            <a:ext cx="38100" cy="3752850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6455" y="2381250"/>
            <a:ext cx="1663715" cy="36004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6D1A718-1187-46B1-BFBE-F79238EF01D1}"/>
              </a:ext>
            </a:extLst>
          </p:cNvPr>
          <p:cNvSpPr>
            <a:spLocks noGrp="1"/>
          </p:cNvSpPr>
          <p:nvPr/>
        </p:nvSpPr>
        <p:spPr>
          <a:xfrm>
            <a:off x="828675" y="6153150"/>
            <a:ext cx="18192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1. 스코어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D31047-58F1-47CD-AF31-0D757316CA96}"/>
              </a:ext>
            </a:extLst>
          </p:cNvPr>
          <p:cNvSpPr>
            <a:spLocks noGrp="1"/>
          </p:cNvSpPr>
          <p:nvPr/>
        </p:nvSpPr>
        <p:spPr>
          <a:xfrm>
            <a:off x="771525" y="6381750"/>
            <a:ext cx="19335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현재 점수와 이닝 흐름 확인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850344-48DD-4513-90A2-2AAB3B30EA34}"/>
              </a:ext>
            </a:extLst>
          </p:cNvPr>
          <p:cNvSpPr>
            <a:spLocks noGrp="1"/>
          </p:cNvSpPr>
          <p:nvPr/>
        </p:nvSpPr>
        <p:spPr>
          <a:xfrm>
            <a:off x="3638550" y="2066925"/>
            <a:ext cx="1962150" cy="4067175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241C63-2D5F-4C13-B510-E09F5E9EA626}"/>
              </a:ext>
            </a:extLst>
          </p:cNvPr>
          <p:cNvSpPr>
            <a:spLocks noGrp="1"/>
          </p:cNvSpPr>
          <p:nvPr/>
        </p:nvSpPr>
        <p:spPr>
          <a:xfrm>
            <a:off x="3648075" y="2066925"/>
            <a:ext cx="38100" cy="4067175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715145" y="2143125"/>
            <a:ext cx="1808960" cy="391477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AB00C9D-346A-4274-A291-9D999139F7DC}"/>
              </a:ext>
            </a:extLst>
          </p:cNvPr>
          <p:cNvSpPr>
            <a:spLocks noGrp="1"/>
          </p:cNvSpPr>
          <p:nvPr/>
        </p:nvSpPr>
        <p:spPr>
          <a:xfrm>
            <a:off x="3638550" y="62293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2. 문자중계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55803B-FBE9-4C29-9A82-351C573ED39A}"/>
              </a:ext>
            </a:extLst>
          </p:cNvPr>
          <p:cNvSpPr>
            <a:spLocks noGrp="1"/>
          </p:cNvSpPr>
          <p:nvPr/>
        </p:nvSpPr>
        <p:spPr>
          <a:xfrm>
            <a:off x="3581400" y="6457950"/>
            <a:ext cx="2076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타석 로그와 카운트 확인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30D6FA-B27C-478D-9F1E-5A5CAC6DAAC2}"/>
              </a:ext>
            </a:extLst>
          </p:cNvPr>
          <p:cNvSpPr>
            <a:spLocks noGrp="1"/>
          </p:cNvSpPr>
          <p:nvPr/>
        </p:nvSpPr>
        <p:spPr>
          <a:xfrm>
            <a:off x="6591300" y="2305050"/>
            <a:ext cx="1819275" cy="3752850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D6CFF2-3885-4ED4-8F9E-A58DF03C1AC6}"/>
              </a:ext>
            </a:extLst>
          </p:cNvPr>
          <p:cNvSpPr>
            <a:spLocks noGrp="1"/>
          </p:cNvSpPr>
          <p:nvPr/>
        </p:nvSpPr>
        <p:spPr>
          <a:xfrm>
            <a:off x="6600825" y="2305050"/>
            <a:ext cx="38100" cy="3752850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69080" y="2381250"/>
            <a:ext cx="1663715" cy="360045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E525F13-CB59-4D5B-8D9E-F310396C5E96}"/>
              </a:ext>
            </a:extLst>
          </p:cNvPr>
          <p:cNvSpPr>
            <a:spLocks noGrp="1"/>
          </p:cNvSpPr>
          <p:nvPr/>
        </p:nvSpPr>
        <p:spPr>
          <a:xfrm>
            <a:off x="6591300" y="6153150"/>
            <a:ext cx="18192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3. 박스스코어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61DB2B-2666-42EA-BE0A-C7E0301C8B9C}"/>
              </a:ext>
            </a:extLst>
          </p:cNvPr>
          <p:cNvSpPr>
            <a:spLocks noGrp="1"/>
          </p:cNvSpPr>
          <p:nvPr/>
        </p:nvSpPr>
        <p:spPr>
          <a:xfrm>
            <a:off x="6534150" y="6381750"/>
            <a:ext cx="19335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선수별 결과 확인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25AA82-8103-444C-A0C1-A6593A15A5DA}"/>
              </a:ext>
            </a:extLst>
          </p:cNvPr>
          <p:cNvSpPr>
            <a:spLocks noGrp="1"/>
          </p:cNvSpPr>
          <p:nvPr/>
        </p:nvSpPr>
        <p:spPr>
          <a:xfrm>
            <a:off x="9210675" y="2305050"/>
            <a:ext cx="1819275" cy="3752850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78A8DF-6012-480D-ADE1-44E1B2E53F2C}"/>
              </a:ext>
            </a:extLst>
          </p:cNvPr>
          <p:cNvSpPr>
            <a:spLocks noGrp="1"/>
          </p:cNvSpPr>
          <p:nvPr/>
        </p:nvSpPr>
        <p:spPr>
          <a:xfrm>
            <a:off x="9220200" y="2305050"/>
            <a:ext cx="38100" cy="375285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288455" y="2381250"/>
            <a:ext cx="1663715" cy="360045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3E15931-1D97-4C2C-8728-729C45517DDA}"/>
              </a:ext>
            </a:extLst>
          </p:cNvPr>
          <p:cNvSpPr>
            <a:spLocks noGrp="1"/>
          </p:cNvSpPr>
          <p:nvPr/>
        </p:nvSpPr>
        <p:spPr>
          <a:xfrm>
            <a:off x="9210675" y="6153150"/>
            <a:ext cx="18192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라인업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BA9772-78B7-451B-B4F7-0B1B0EF1FDEA}"/>
              </a:ext>
            </a:extLst>
          </p:cNvPr>
          <p:cNvSpPr>
            <a:spLocks noGrp="1"/>
          </p:cNvSpPr>
          <p:nvPr/>
        </p:nvSpPr>
        <p:spPr>
          <a:xfrm>
            <a:off x="9153525" y="6381750"/>
            <a:ext cx="19335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경기 전 라인업 확인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69F1374-8603-4DA6-AD53-036D151A1910}"/>
              </a:ext>
            </a:extLst>
          </p:cNvPr>
          <p:cNvSpPr>
            <a:spLocks noGrp="1"/>
          </p:cNvSpPr>
          <p:nvPr/>
        </p:nvSpPr>
        <p:spPr>
          <a:xfrm>
            <a:off x="2686050" y="4114800"/>
            <a:ext cx="914400" cy="28575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9FC4838-18B1-4272-AF93-B386F33F8CC7}"/>
              </a:ext>
            </a:extLst>
          </p:cNvPr>
          <p:cNvSpPr>
            <a:spLocks noGrp="1"/>
          </p:cNvSpPr>
          <p:nvPr/>
        </p:nvSpPr>
        <p:spPr>
          <a:xfrm>
            <a:off x="5638800" y="4114800"/>
            <a:ext cx="914400" cy="28575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E87C40-6B3D-4267-9D1A-37C045B35611}"/>
              </a:ext>
            </a:extLst>
          </p:cNvPr>
          <p:cNvSpPr>
            <a:spLocks noGrp="1"/>
          </p:cNvSpPr>
          <p:nvPr/>
        </p:nvSpPr>
        <p:spPr>
          <a:xfrm>
            <a:off x="8448675" y="4114800"/>
            <a:ext cx="723900" cy="28575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2331A31-FB5A-4500-9D81-356535BB927E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C4CE5D-21CA-40D7-A2D9-5D6C0D9836F6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71662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54A34B7-6D18-40CC-8184-BB4314C637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F216C0-56CB-4EE0-8FEE-757DC4071A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13D899-742A-4763-AB98-039787E3F0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C82E6E-028D-4880-85BA-FF6215562C78}"/>
              </a:ext>
            </a:extLst>
          </p:cNvPr>
          <p:cNvSpPr>
            <a:spLocks noGrp="1"/>
          </p:cNvSpPr>
          <p:nvPr/>
        </p:nvSpPr>
        <p:spPr>
          <a:xfrm>
            <a:off x="9667875" y="-571500"/>
            <a:ext cx="3238500" cy="81915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CCB8AA-6A5B-4496-9ECB-3BFD4A8C0A9A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9050" cy="6858000"/>
          </a:xfrm>
          <a:prstGeom prst="rect">
            <a:avLst/>
          </a:prstGeom>
          <a:solidFill>
            <a:srgbClr val="151C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075AD0-C31F-4AC7-A4AA-87D79E43F920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1049000" cy="12383"/>
          </a:xfrm>
          <a:prstGeom prst="rect">
            <a:avLst/>
          </a:prstGeom>
          <a:solidFill>
            <a:srgbClr val="323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5355E4-7D67-4841-837E-6C51D2B37A7E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400050" cy="28575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kicker-7-label">
            <a:extLst>
              <a:ext uri="{FF2B5EF4-FFF2-40B4-BE49-F238E27FC236}">
                <a16:creationId xmlns:a16="http://schemas.microsoft.com/office/drawing/2014/main" id="{6F8486D7-5CDF-4C84-8DE0-4B5595EDBB92}"/>
              </a:ext>
            </a:extLst>
          </p:cNvPr>
          <p:cNvSpPr>
            <a:spLocks noGrp="1"/>
          </p:cNvSpPr>
          <p:nvPr/>
        </p:nvSpPr>
        <p:spPr>
          <a:xfrm>
            <a:off x="1066800" y="3429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FEATURE 3 · RECORDS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A01973-EF94-4EF1-A439-065694A741EB}"/>
              </a:ext>
            </a:extLst>
          </p:cNvPr>
          <p:cNvSpPr>
            <a:spLocks noGrp="1"/>
          </p:cNvSpPr>
          <p:nvPr/>
        </p:nvSpPr>
        <p:spPr>
          <a:xfrm>
            <a:off x="571500" y="781050"/>
            <a:ext cx="7810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순위와 선수 기록까지 깊게 확인하세요.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296198-8271-417C-967F-EF3FBB9E75AE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시즌 순위, 기록실 홈, 리더보드를 필요한 깊이로 살펴봐요.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833545-DCEF-4FA2-87B8-3E9113BA6595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B048C2-9E8F-4F18-8B53-86053F004003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54B9FB-C464-4E7E-B180-EA759EF179DF}"/>
              </a:ext>
            </a:extLst>
          </p:cNvPr>
          <p:cNvSpPr>
            <a:spLocks noGrp="1"/>
          </p:cNvSpPr>
          <p:nvPr/>
        </p:nvSpPr>
        <p:spPr>
          <a:xfrm>
            <a:off x="800100" y="2257425"/>
            <a:ext cx="1962150" cy="4067175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01C0CB-6438-43B5-ABA5-A9E0B0DEB580}"/>
              </a:ext>
            </a:extLst>
          </p:cNvPr>
          <p:cNvSpPr>
            <a:spLocks noGrp="1"/>
          </p:cNvSpPr>
          <p:nvPr/>
        </p:nvSpPr>
        <p:spPr>
          <a:xfrm>
            <a:off x="809625" y="2257425"/>
            <a:ext cx="38100" cy="4067175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695" y="2333625"/>
            <a:ext cx="1808960" cy="391477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BCA4A62-3CAE-4085-81DB-106A3678051B}"/>
              </a:ext>
            </a:extLst>
          </p:cNvPr>
          <p:cNvSpPr>
            <a:spLocks noGrp="1"/>
          </p:cNvSpPr>
          <p:nvPr/>
        </p:nvSpPr>
        <p:spPr>
          <a:xfrm>
            <a:off x="800100" y="64198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시즌 순위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BD850B-56DD-42F1-8EBB-B34EB752BE34}"/>
              </a:ext>
            </a:extLst>
          </p:cNvPr>
          <p:cNvSpPr>
            <a:spLocks noGrp="1"/>
          </p:cNvSpPr>
          <p:nvPr/>
        </p:nvSpPr>
        <p:spPr>
          <a:xfrm>
            <a:off x="3590925" y="2133600"/>
            <a:ext cx="2057400" cy="4267200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416837-BF80-4C11-B27B-2724CF71A7A4}"/>
              </a:ext>
            </a:extLst>
          </p:cNvPr>
          <p:cNvSpPr>
            <a:spLocks noGrp="1"/>
          </p:cNvSpPr>
          <p:nvPr/>
        </p:nvSpPr>
        <p:spPr>
          <a:xfrm>
            <a:off x="3600450" y="2133600"/>
            <a:ext cx="38100" cy="426720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668931" y="2209800"/>
            <a:ext cx="1901389" cy="41148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5B83B16-A412-426C-B3C8-0D2288EB6D3F}"/>
              </a:ext>
            </a:extLst>
          </p:cNvPr>
          <p:cNvSpPr>
            <a:spLocks noGrp="1"/>
          </p:cNvSpPr>
          <p:nvPr/>
        </p:nvSpPr>
        <p:spPr>
          <a:xfrm>
            <a:off x="3590925" y="64960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기록실 홈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44A159-A21A-461B-A19B-22983BDBB611}"/>
              </a:ext>
            </a:extLst>
          </p:cNvPr>
          <p:cNvSpPr>
            <a:spLocks noGrp="1"/>
          </p:cNvSpPr>
          <p:nvPr/>
        </p:nvSpPr>
        <p:spPr>
          <a:xfrm>
            <a:off x="6400800" y="2257425"/>
            <a:ext cx="1962150" cy="4067175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96F910-A76A-4400-A79A-BB0DC3F1FDB7}"/>
              </a:ext>
            </a:extLst>
          </p:cNvPr>
          <p:cNvSpPr>
            <a:spLocks noGrp="1"/>
          </p:cNvSpPr>
          <p:nvPr/>
        </p:nvSpPr>
        <p:spPr>
          <a:xfrm>
            <a:off x="6410325" y="2257425"/>
            <a:ext cx="38100" cy="4067175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77395" y="2333625"/>
            <a:ext cx="1808960" cy="391477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B435342-1802-41FD-A9FC-3386E91D9676}"/>
              </a:ext>
            </a:extLst>
          </p:cNvPr>
          <p:cNvSpPr>
            <a:spLocks noGrp="1"/>
          </p:cNvSpPr>
          <p:nvPr/>
        </p:nvSpPr>
        <p:spPr>
          <a:xfrm>
            <a:off x="6400800" y="64198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리그 리더보드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074FFE-FF0F-47DB-AD8D-111BF8CB9EC4}"/>
              </a:ext>
            </a:extLst>
          </p:cNvPr>
          <p:cNvSpPr>
            <a:spLocks noGrp="1"/>
          </p:cNvSpPr>
          <p:nvPr/>
        </p:nvSpPr>
        <p:spPr>
          <a:xfrm>
            <a:off x="8810625" y="2686050"/>
            <a:ext cx="2476500" cy="93345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9D3398-E303-4CFF-83DA-8B9EBFE7F7DB}"/>
              </a:ext>
            </a:extLst>
          </p:cNvPr>
          <p:cNvSpPr>
            <a:spLocks noGrp="1"/>
          </p:cNvSpPr>
          <p:nvPr/>
        </p:nvSpPr>
        <p:spPr>
          <a:xfrm>
            <a:off x="8810625" y="2686050"/>
            <a:ext cx="38100" cy="933450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C813D3-ACF1-4624-99B0-14064184A345}"/>
              </a:ext>
            </a:extLst>
          </p:cNvPr>
          <p:cNvSpPr>
            <a:spLocks noGrp="1"/>
          </p:cNvSpPr>
          <p:nvPr/>
        </p:nvSpPr>
        <p:spPr>
          <a:xfrm>
            <a:off x="8982075" y="2819400"/>
            <a:ext cx="2171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C8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C853"/>
                </a:solidFill>
                <a:latin typeface="Apple SD Gothic Neo"/>
                <a:ea typeface="Apple SD Gothic Neo"/>
                <a:cs typeface="Apple SD Gothic Neo"/>
              </a:rPr>
              <a:t>LIGHT FAN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798ECE-51DC-4BBD-8B87-AA88E33E1204}"/>
              </a:ext>
            </a:extLst>
          </p:cNvPr>
          <p:cNvSpPr>
            <a:spLocks noGrp="1"/>
          </p:cNvSpPr>
          <p:nvPr/>
        </p:nvSpPr>
        <p:spPr>
          <a:xfrm>
            <a:off x="8982075" y="3067050"/>
            <a:ext cx="2171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결과와 순위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E3B53E-4F28-4CB9-A153-682E44DF89EB}"/>
              </a:ext>
            </a:extLst>
          </p:cNvPr>
          <p:cNvSpPr>
            <a:spLocks noGrp="1"/>
          </p:cNvSpPr>
          <p:nvPr/>
        </p:nvSpPr>
        <p:spPr>
          <a:xfrm>
            <a:off x="8982075" y="3467100"/>
            <a:ext cx="2171700" cy="38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시즌 흐름을 빠르게 확인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85FB24-388A-4BBB-9E83-78791A35FA94}"/>
              </a:ext>
            </a:extLst>
          </p:cNvPr>
          <p:cNvSpPr>
            <a:spLocks noGrp="1"/>
          </p:cNvSpPr>
          <p:nvPr/>
        </p:nvSpPr>
        <p:spPr>
          <a:xfrm>
            <a:off x="8810625" y="3867150"/>
            <a:ext cx="2476500" cy="93345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6D7F54-F378-449B-B311-A3C692789D14}"/>
              </a:ext>
            </a:extLst>
          </p:cNvPr>
          <p:cNvSpPr>
            <a:spLocks noGrp="1"/>
          </p:cNvSpPr>
          <p:nvPr/>
        </p:nvSpPr>
        <p:spPr>
          <a:xfrm>
            <a:off x="8810625" y="3867150"/>
            <a:ext cx="38100" cy="933450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7C304B-3748-4AD7-93D3-47A5F55206AC}"/>
              </a:ext>
            </a:extLst>
          </p:cNvPr>
          <p:cNvSpPr>
            <a:spLocks noGrp="1"/>
          </p:cNvSpPr>
          <p:nvPr/>
        </p:nvSpPr>
        <p:spPr>
          <a:xfrm>
            <a:off x="8982075" y="4000500"/>
            <a:ext cx="2171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CORE FAN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E0EB162-F4B8-495B-B0B9-6307E574A6D7}"/>
              </a:ext>
            </a:extLst>
          </p:cNvPr>
          <p:cNvSpPr>
            <a:spLocks noGrp="1"/>
          </p:cNvSpPr>
          <p:nvPr/>
        </p:nvSpPr>
        <p:spPr>
          <a:xfrm>
            <a:off x="8982075" y="4248150"/>
            <a:ext cx="2171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선수와 지표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50AAB2C-CA2C-4BAC-AF9B-67EAB28EA515}"/>
              </a:ext>
            </a:extLst>
          </p:cNvPr>
          <p:cNvSpPr>
            <a:spLocks noGrp="1"/>
          </p:cNvSpPr>
          <p:nvPr/>
        </p:nvSpPr>
        <p:spPr>
          <a:xfrm>
            <a:off x="8982075" y="4648200"/>
            <a:ext cx="2171700" cy="38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선수별 기록과 지표까지 확인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FE7EA0-104B-40E5-A97D-585A4FAFC0AA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4C06124-7E08-4043-A6E4-41771103CBAD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89794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B9C69FD5-C0E4-41BD-B632-77D8498E83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0E858E-ED3F-438F-800A-3E9ED4A6BE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FCAFBD-31FF-4C52-A1F6-43954DB82F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9AD1D5-A9C7-49FA-8C16-DBEF1095A585}"/>
              </a:ext>
            </a:extLst>
          </p:cNvPr>
          <p:cNvSpPr>
            <a:spLocks noGrp="1"/>
          </p:cNvSpPr>
          <p:nvPr/>
        </p:nvSpPr>
        <p:spPr>
          <a:xfrm>
            <a:off x="9667875" y="-571500"/>
            <a:ext cx="3238500" cy="81915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87910E-6B70-47A2-B2E5-D2876E8CF083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9050" cy="6858000"/>
          </a:xfrm>
          <a:prstGeom prst="rect">
            <a:avLst/>
          </a:prstGeom>
          <a:solidFill>
            <a:srgbClr val="151C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8E93FD-A3BD-44D8-9562-8D4E1854928C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1049000" cy="12383"/>
          </a:xfrm>
          <a:prstGeom prst="rect">
            <a:avLst/>
          </a:prstGeom>
          <a:solidFill>
            <a:srgbClr val="323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D3647-01F0-4CFE-9741-4DA72EA226F5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400050" cy="28575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kicker-8-label">
            <a:extLst>
              <a:ext uri="{FF2B5EF4-FFF2-40B4-BE49-F238E27FC236}">
                <a16:creationId xmlns:a16="http://schemas.microsoft.com/office/drawing/2014/main" id="{19080D0E-8EF6-46F3-8BF2-3FB8FE70FB7A}"/>
              </a:ext>
            </a:extLst>
          </p:cNvPr>
          <p:cNvSpPr>
            <a:spLocks noGrp="1"/>
          </p:cNvSpPr>
          <p:nvPr/>
        </p:nvSpPr>
        <p:spPr>
          <a:xfrm>
            <a:off x="1066800" y="3429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FEATURE 4 · SCHEDULE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3E0F21-A370-469E-BF35-1CA002A522D1}"/>
              </a:ext>
            </a:extLst>
          </p:cNvPr>
          <p:cNvSpPr>
            <a:spLocks noGrp="1"/>
          </p:cNvSpPr>
          <p:nvPr/>
        </p:nvSpPr>
        <p:spPr>
          <a:xfrm>
            <a:off x="571500" y="781050"/>
            <a:ext cx="7810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다음 경기와 예매 준비도 한 화면에서 확인하세요.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7D0419-CD64-4292-B12D-5872F1401EF0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월간 일정, 경기 시간, 구장, 예매 알림까지 이어져요.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8C71A-83EA-449C-9D2A-52DE456DD9B0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DE0B2E-05CD-4D80-A44C-BE9EB528DB5B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CAE82D-6F2E-4DB4-815F-3052A75D5D7C}"/>
              </a:ext>
            </a:extLst>
          </p:cNvPr>
          <p:cNvSpPr>
            <a:spLocks noGrp="1"/>
          </p:cNvSpPr>
          <p:nvPr/>
        </p:nvSpPr>
        <p:spPr>
          <a:xfrm>
            <a:off x="876300" y="2162175"/>
            <a:ext cx="2105025" cy="4371975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968DBF-766F-4DAB-B971-3E9A782D7136}"/>
              </a:ext>
            </a:extLst>
          </p:cNvPr>
          <p:cNvSpPr>
            <a:spLocks noGrp="1"/>
          </p:cNvSpPr>
          <p:nvPr/>
        </p:nvSpPr>
        <p:spPr>
          <a:xfrm>
            <a:off x="885825" y="2162175"/>
            <a:ext cx="38100" cy="4371975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3911" y="2238375"/>
            <a:ext cx="1949804" cy="421957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38E96CC-A4D5-4075-808E-F8A13FADC8F5}"/>
              </a:ext>
            </a:extLst>
          </p:cNvPr>
          <p:cNvSpPr>
            <a:spLocks noGrp="1"/>
          </p:cNvSpPr>
          <p:nvPr/>
        </p:nvSpPr>
        <p:spPr>
          <a:xfrm>
            <a:off x="876300" y="6629400"/>
            <a:ext cx="21050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월간 일정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A4916D-AB5C-4814-B7A5-EB33ABEA9653}"/>
              </a:ext>
            </a:extLst>
          </p:cNvPr>
          <p:cNvSpPr>
            <a:spLocks noGrp="1"/>
          </p:cNvSpPr>
          <p:nvPr/>
        </p:nvSpPr>
        <p:spPr>
          <a:xfrm>
            <a:off x="3971925" y="2333625"/>
            <a:ext cx="1866900" cy="3857625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F8A0EA-2B76-4AD5-A3CE-862962766F3B}"/>
              </a:ext>
            </a:extLst>
          </p:cNvPr>
          <p:cNvSpPr>
            <a:spLocks noGrp="1"/>
          </p:cNvSpPr>
          <p:nvPr/>
        </p:nvSpPr>
        <p:spPr>
          <a:xfrm>
            <a:off x="3981450" y="2333625"/>
            <a:ext cx="38100" cy="3857625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49310" y="2409825"/>
            <a:ext cx="1712130" cy="370522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2837FC8-DA70-418C-AB64-576F9B1B07A9}"/>
              </a:ext>
            </a:extLst>
          </p:cNvPr>
          <p:cNvSpPr>
            <a:spLocks noGrp="1"/>
          </p:cNvSpPr>
          <p:nvPr/>
        </p:nvSpPr>
        <p:spPr>
          <a:xfrm>
            <a:off x="3971925" y="6286500"/>
            <a:ext cx="1866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예매 알림 설정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FFDA65-B423-4541-8652-C6CC5245F25D}"/>
              </a:ext>
            </a:extLst>
          </p:cNvPr>
          <p:cNvSpPr>
            <a:spLocks noGrp="1"/>
          </p:cNvSpPr>
          <p:nvPr/>
        </p:nvSpPr>
        <p:spPr>
          <a:xfrm>
            <a:off x="6762750" y="2628900"/>
            <a:ext cx="3429000" cy="81915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E7A951-F677-44A8-B83A-75731A488746}"/>
              </a:ext>
            </a:extLst>
          </p:cNvPr>
          <p:cNvSpPr>
            <a:spLocks noGrp="1"/>
          </p:cNvSpPr>
          <p:nvPr/>
        </p:nvSpPr>
        <p:spPr>
          <a:xfrm>
            <a:off x="6762750" y="2628900"/>
            <a:ext cx="38100" cy="81915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D0EC6F-56E7-4E52-AED0-249025F07131}"/>
              </a:ext>
            </a:extLst>
          </p:cNvPr>
          <p:cNvSpPr>
            <a:spLocks noGrp="1"/>
          </p:cNvSpPr>
          <p:nvPr/>
        </p:nvSpPr>
        <p:spPr>
          <a:xfrm>
            <a:off x="6934200" y="2762250"/>
            <a:ext cx="3124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97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979FF"/>
                </a:solidFill>
                <a:latin typeface="Apple SD Gothic Neo"/>
                <a:ea typeface="Apple SD Gothic Neo"/>
                <a:cs typeface="Apple SD Gothic Neo"/>
              </a:rPr>
              <a:t>STEP 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E8E9B6-B995-4F4E-836B-0E1089D98B99}"/>
              </a:ext>
            </a:extLst>
          </p:cNvPr>
          <p:cNvSpPr>
            <a:spLocks noGrp="1"/>
          </p:cNvSpPr>
          <p:nvPr/>
        </p:nvSpPr>
        <p:spPr>
          <a:xfrm>
            <a:off x="6934200" y="3009900"/>
            <a:ext cx="3124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일정 확인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39077B-3557-4C92-A34B-B60C9FE6E08D}"/>
              </a:ext>
            </a:extLst>
          </p:cNvPr>
          <p:cNvSpPr>
            <a:spLocks noGrp="1"/>
          </p:cNvSpPr>
          <p:nvPr/>
        </p:nvSpPr>
        <p:spPr>
          <a:xfrm>
            <a:off x="6934200" y="3409950"/>
            <a:ext cx="312420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이번 달 경기와 날짜별 상태 확인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9AB2EB-5770-40E9-AA35-E3CA9C5F4E1E}"/>
              </a:ext>
            </a:extLst>
          </p:cNvPr>
          <p:cNvSpPr>
            <a:spLocks noGrp="1"/>
          </p:cNvSpPr>
          <p:nvPr/>
        </p:nvSpPr>
        <p:spPr>
          <a:xfrm>
            <a:off x="7029450" y="3448050"/>
            <a:ext cx="28575" cy="30480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28B3B2-EA97-4772-BAB8-C7B607D46985}"/>
              </a:ext>
            </a:extLst>
          </p:cNvPr>
          <p:cNvSpPr>
            <a:spLocks noGrp="1"/>
          </p:cNvSpPr>
          <p:nvPr/>
        </p:nvSpPr>
        <p:spPr>
          <a:xfrm>
            <a:off x="6762750" y="3752850"/>
            <a:ext cx="3429000" cy="81915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E0E875-FC20-449D-A595-D173660B673A}"/>
              </a:ext>
            </a:extLst>
          </p:cNvPr>
          <p:cNvSpPr>
            <a:spLocks noGrp="1"/>
          </p:cNvSpPr>
          <p:nvPr/>
        </p:nvSpPr>
        <p:spPr>
          <a:xfrm>
            <a:off x="6762750" y="3752850"/>
            <a:ext cx="38100" cy="819150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3F5868-989A-4640-82D3-48345EDD82D7}"/>
              </a:ext>
            </a:extLst>
          </p:cNvPr>
          <p:cNvSpPr>
            <a:spLocks noGrp="1"/>
          </p:cNvSpPr>
          <p:nvPr/>
        </p:nvSpPr>
        <p:spPr>
          <a:xfrm>
            <a:off x="6934200" y="3886200"/>
            <a:ext cx="3124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STEP 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389043-5294-427C-B8B4-0D36791CCF5D}"/>
              </a:ext>
            </a:extLst>
          </p:cNvPr>
          <p:cNvSpPr>
            <a:spLocks noGrp="1"/>
          </p:cNvSpPr>
          <p:nvPr/>
        </p:nvSpPr>
        <p:spPr>
          <a:xfrm>
            <a:off x="6934200" y="4133850"/>
            <a:ext cx="3124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경기 선택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75D74B-D61F-429C-9BB9-585A41E30107}"/>
              </a:ext>
            </a:extLst>
          </p:cNvPr>
          <p:cNvSpPr>
            <a:spLocks noGrp="1"/>
          </p:cNvSpPr>
          <p:nvPr/>
        </p:nvSpPr>
        <p:spPr>
          <a:xfrm>
            <a:off x="6934200" y="4533900"/>
            <a:ext cx="312420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상대, 시간, 구장 확인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CC9F5B-93A1-41C2-93C9-56D30FF93ED2}"/>
              </a:ext>
            </a:extLst>
          </p:cNvPr>
          <p:cNvSpPr>
            <a:spLocks noGrp="1"/>
          </p:cNvSpPr>
          <p:nvPr/>
        </p:nvSpPr>
        <p:spPr>
          <a:xfrm>
            <a:off x="7029450" y="4572000"/>
            <a:ext cx="28575" cy="304800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83474F-0147-4591-A255-25AC75DEB336}"/>
              </a:ext>
            </a:extLst>
          </p:cNvPr>
          <p:cNvSpPr>
            <a:spLocks noGrp="1"/>
          </p:cNvSpPr>
          <p:nvPr/>
        </p:nvSpPr>
        <p:spPr>
          <a:xfrm>
            <a:off x="6762750" y="4876800"/>
            <a:ext cx="3429000" cy="81915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6DBE50-8AB4-436F-83A3-822DBA7E6F47}"/>
              </a:ext>
            </a:extLst>
          </p:cNvPr>
          <p:cNvSpPr>
            <a:spLocks noGrp="1"/>
          </p:cNvSpPr>
          <p:nvPr/>
        </p:nvSpPr>
        <p:spPr>
          <a:xfrm>
            <a:off x="6762750" y="4876800"/>
            <a:ext cx="38100" cy="819150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8ECC89-DBD5-423E-A5D3-BDA60884EE0B}"/>
              </a:ext>
            </a:extLst>
          </p:cNvPr>
          <p:cNvSpPr>
            <a:spLocks noGrp="1"/>
          </p:cNvSpPr>
          <p:nvPr/>
        </p:nvSpPr>
        <p:spPr>
          <a:xfrm>
            <a:off x="6934200" y="5010150"/>
            <a:ext cx="3124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44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4444"/>
                </a:solidFill>
                <a:latin typeface="Apple SD Gothic Neo"/>
                <a:ea typeface="Apple SD Gothic Neo"/>
                <a:cs typeface="Apple SD Gothic Neo"/>
              </a:rPr>
              <a:t>STEP 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6C437D-6804-479C-A69E-84D05CEA65BB}"/>
              </a:ext>
            </a:extLst>
          </p:cNvPr>
          <p:cNvSpPr>
            <a:spLocks noGrp="1"/>
          </p:cNvSpPr>
          <p:nvPr/>
        </p:nvSpPr>
        <p:spPr>
          <a:xfrm>
            <a:off x="6934200" y="5257800"/>
            <a:ext cx="3124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예매 준비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F98BA17-2420-4E54-AC69-4C326DA936C9}"/>
              </a:ext>
            </a:extLst>
          </p:cNvPr>
          <p:cNvSpPr>
            <a:spLocks noGrp="1"/>
          </p:cNvSpPr>
          <p:nvPr/>
        </p:nvSpPr>
        <p:spPr>
          <a:xfrm>
            <a:off x="6934200" y="5657850"/>
            <a:ext cx="312420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예매 알림 설정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285641-0D55-4CE7-8C1F-0DCF4D271C0A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6D618C-24B3-4D10-95EF-CCA1C8893354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08501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7D1D2744-52A7-48B0-AA57-AD58D507FF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F98A8C-AB43-45D5-B263-56B88A619A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D8F20B-F7EE-4F8C-BA2A-2FE15D6B86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85DC79-AFB9-405C-AAA6-CFAD36265452}"/>
              </a:ext>
            </a:extLst>
          </p:cNvPr>
          <p:cNvSpPr>
            <a:spLocks noGrp="1"/>
          </p:cNvSpPr>
          <p:nvPr/>
        </p:nvSpPr>
        <p:spPr>
          <a:xfrm>
            <a:off x="9667875" y="-571500"/>
            <a:ext cx="3238500" cy="81915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7D3567-1735-48EC-93F0-62368345BE46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9050" cy="6858000"/>
          </a:xfrm>
          <a:prstGeom prst="rect">
            <a:avLst/>
          </a:prstGeom>
          <a:solidFill>
            <a:srgbClr val="151C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21B868-32D7-469B-960F-55620AC58176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1049000" cy="12383"/>
          </a:xfrm>
          <a:prstGeom prst="rect">
            <a:avLst/>
          </a:prstGeom>
          <a:solidFill>
            <a:srgbClr val="323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2475C-8B14-44D8-8C15-042908345D83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400050" cy="28575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kicker-9-label">
            <a:extLst>
              <a:ext uri="{FF2B5EF4-FFF2-40B4-BE49-F238E27FC236}">
                <a16:creationId xmlns:a16="http://schemas.microsoft.com/office/drawing/2014/main" id="{9D14CC3F-44C1-4A7B-9138-2843E476E0BA}"/>
              </a:ext>
            </a:extLst>
          </p:cNvPr>
          <p:cNvSpPr>
            <a:spLocks noGrp="1"/>
          </p:cNvSpPr>
          <p:nvPr/>
        </p:nvSpPr>
        <p:spPr>
          <a:xfrm>
            <a:off x="1066800" y="3429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FEATURE 5 · NOTIFICATIONS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A920AC-EBB7-4EBC-8862-C4E72A6CAC57}"/>
              </a:ext>
            </a:extLst>
          </p:cNvPr>
          <p:cNvSpPr>
            <a:spLocks noGrp="1"/>
          </p:cNvSpPr>
          <p:nvPr/>
        </p:nvSpPr>
        <p:spPr>
          <a:xfrm>
            <a:off x="571500" y="781050"/>
            <a:ext cx="7810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놓치고 싶지 않은 경기 순간만 골라 받으세요.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B85EC9-9F9D-4620-9D9F-EA116E3B0AD8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경기 시작, 라인업, 득점/실점, 역전, 종료 알림을 항목별로 켜고 끄세요.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32A9E3-863F-49EA-AB9A-48B6BBB4B61D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329B1E-7272-4500-A44C-F03A15852E71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C0728B-7464-455A-A0C4-D074006AFB3B}"/>
              </a:ext>
            </a:extLst>
          </p:cNvPr>
          <p:cNvSpPr>
            <a:spLocks noGrp="1"/>
          </p:cNvSpPr>
          <p:nvPr/>
        </p:nvSpPr>
        <p:spPr>
          <a:xfrm>
            <a:off x="733425" y="2257425"/>
            <a:ext cx="1885950" cy="3905250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EACBC7-452D-45C3-930A-7FE530F5765F}"/>
              </a:ext>
            </a:extLst>
          </p:cNvPr>
          <p:cNvSpPr>
            <a:spLocks noGrp="1"/>
          </p:cNvSpPr>
          <p:nvPr/>
        </p:nvSpPr>
        <p:spPr>
          <a:xfrm>
            <a:off x="742950" y="2257425"/>
            <a:ext cx="38100" cy="3905250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9625" y="2334260"/>
            <a:ext cx="1733550" cy="37515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3732A6D-7A15-4411-8BB2-C3B56152FAFD}"/>
              </a:ext>
            </a:extLst>
          </p:cNvPr>
          <p:cNvSpPr>
            <a:spLocks noGrp="1"/>
          </p:cNvSpPr>
          <p:nvPr/>
        </p:nvSpPr>
        <p:spPr>
          <a:xfrm>
            <a:off x="733425" y="6257925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알림 항목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524752-861F-46C0-A54F-AEF95DEF5563}"/>
              </a:ext>
            </a:extLst>
          </p:cNvPr>
          <p:cNvSpPr>
            <a:spLocks noGrp="1"/>
          </p:cNvSpPr>
          <p:nvPr/>
        </p:nvSpPr>
        <p:spPr>
          <a:xfrm>
            <a:off x="2924175" y="2257425"/>
            <a:ext cx="1885950" cy="3905250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4689BC-BD12-48EE-9DAB-8EACF53FFB26}"/>
              </a:ext>
            </a:extLst>
          </p:cNvPr>
          <p:cNvSpPr>
            <a:spLocks noGrp="1"/>
          </p:cNvSpPr>
          <p:nvPr/>
        </p:nvSpPr>
        <p:spPr>
          <a:xfrm>
            <a:off x="2933700" y="2257425"/>
            <a:ext cx="38100" cy="3905250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000375" y="2334260"/>
            <a:ext cx="1733550" cy="37515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B34269E-04D2-4BC1-B7A5-0DB5B78A2C82}"/>
              </a:ext>
            </a:extLst>
          </p:cNvPr>
          <p:cNvSpPr>
            <a:spLocks noGrp="1"/>
          </p:cNvSpPr>
          <p:nvPr/>
        </p:nvSpPr>
        <p:spPr>
          <a:xfrm>
            <a:off x="2924175" y="6257925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장면 선택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AF94D0-BE41-4987-B840-1F03DF1C391D}"/>
              </a:ext>
            </a:extLst>
          </p:cNvPr>
          <p:cNvSpPr>
            <a:spLocks noGrp="1"/>
          </p:cNvSpPr>
          <p:nvPr/>
        </p:nvSpPr>
        <p:spPr>
          <a:xfrm>
            <a:off x="5114925" y="2257425"/>
            <a:ext cx="1885950" cy="3905250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55CEAF-7CFE-4957-A78D-B8B3BEE2DE4F}"/>
              </a:ext>
            </a:extLst>
          </p:cNvPr>
          <p:cNvSpPr>
            <a:spLocks noGrp="1"/>
          </p:cNvSpPr>
          <p:nvPr/>
        </p:nvSpPr>
        <p:spPr>
          <a:xfrm>
            <a:off x="5124450" y="2257425"/>
            <a:ext cx="38100" cy="390525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191125" y="2334260"/>
            <a:ext cx="1733550" cy="37515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76919D9-7942-49F0-8A7E-44B44E6976C9}"/>
              </a:ext>
            </a:extLst>
          </p:cNvPr>
          <p:cNvSpPr>
            <a:spLocks noGrp="1"/>
          </p:cNvSpPr>
          <p:nvPr/>
        </p:nvSpPr>
        <p:spPr>
          <a:xfrm>
            <a:off x="5114925" y="6257925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전달 방식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5F9063-FE4D-4A0F-974B-46D922020968}"/>
              </a:ext>
            </a:extLst>
          </p:cNvPr>
          <p:cNvSpPr>
            <a:spLocks noGrp="1"/>
          </p:cNvSpPr>
          <p:nvPr/>
        </p:nvSpPr>
        <p:spPr>
          <a:xfrm>
            <a:off x="7667625" y="25908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고를 수 있는 알림 항목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009F51-9369-4C7D-AB74-92BFC9A16B25}"/>
              </a:ext>
            </a:extLst>
          </p:cNvPr>
          <p:cNvSpPr>
            <a:spLocks noGrp="1"/>
          </p:cNvSpPr>
          <p:nvPr/>
        </p:nvSpPr>
        <p:spPr>
          <a:xfrm>
            <a:off x="7667625" y="3124200"/>
            <a:ext cx="2000250" cy="285750"/>
          </a:xfrm>
          <a:prstGeom prst="rect">
            <a:avLst/>
          </a:prstGeom>
          <a:solidFill>
            <a:srgbClr val="111A23"/>
          </a:solidFill>
          <a:ln w="9525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EF3C16-B1F6-4D86-B260-180BF23F020B}"/>
              </a:ext>
            </a:extLst>
          </p:cNvPr>
          <p:cNvSpPr>
            <a:spLocks noGrp="1"/>
          </p:cNvSpPr>
          <p:nvPr/>
        </p:nvSpPr>
        <p:spPr>
          <a:xfrm>
            <a:off x="7781925" y="3171825"/>
            <a:ext cx="1771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경기 시작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318F94-30E5-4BC4-A2A3-6357A915DE18}"/>
              </a:ext>
            </a:extLst>
          </p:cNvPr>
          <p:cNvSpPr>
            <a:spLocks noGrp="1"/>
          </p:cNvSpPr>
          <p:nvPr/>
        </p:nvSpPr>
        <p:spPr>
          <a:xfrm>
            <a:off x="7667625" y="3543300"/>
            <a:ext cx="2000250" cy="285750"/>
          </a:xfrm>
          <a:prstGeom prst="rect">
            <a:avLst/>
          </a:prstGeom>
          <a:solidFill>
            <a:srgbClr val="111A23"/>
          </a:solidFill>
          <a:ln w="9525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4503CC-EE9B-4431-8693-7151796DCC20}"/>
              </a:ext>
            </a:extLst>
          </p:cNvPr>
          <p:cNvSpPr>
            <a:spLocks noGrp="1"/>
          </p:cNvSpPr>
          <p:nvPr/>
        </p:nvSpPr>
        <p:spPr>
          <a:xfrm>
            <a:off x="7781925" y="3590925"/>
            <a:ext cx="1771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라인업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E75B52-22A8-4E1D-8BF0-EB6086230F2D}"/>
              </a:ext>
            </a:extLst>
          </p:cNvPr>
          <p:cNvSpPr>
            <a:spLocks noGrp="1"/>
          </p:cNvSpPr>
          <p:nvPr/>
        </p:nvSpPr>
        <p:spPr>
          <a:xfrm>
            <a:off x="7667625" y="3962400"/>
            <a:ext cx="2000250" cy="285750"/>
          </a:xfrm>
          <a:prstGeom prst="rect">
            <a:avLst/>
          </a:prstGeom>
          <a:solidFill>
            <a:srgbClr val="111A23"/>
          </a:solidFill>
          <a:ln w="9525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EF85DE-B616-4197-BB97-6DFD6CBE296C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1771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득점 / 실점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F0524E-6DD9-48A3-88D9-41DE0619643A}"/>
              </a:ext>
            </a:extLst>
          </p:cNvPr>
          <p:cNvSpPr>
            <a:spLocks noGrp="1"/>
          </p:cNvSpPr>
          <p:nvPr/>
        </p:nvSpPr>
        <p:spPr>
          <a:xfrm>
            <a:off x="7667625" y="4381500"/>
            <a:ext cx="2000250" cy="285750"/>
          </a:xfrm>
          <a:prstGeom prst="rect">
            <a:avLst/>
          </a:prstGeom>
          <a:solidFill>
            <a:srgbClr val="111A23"/>
          </a:solidFill>
          <a:ln w="9525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CB397B-6D68-4463-AF88-463C493E7F3B}"/>
              </a:ext>
            </a:extLst>
          </p:cNvPr>
          <p:cNvSpPr>
            <a:spLocks noGrp="1"/>
          </p:cNvSpPr>
          <p:nvPr/>
        </p:nvSpPr>
        <p:spPr>
          <a:xfrm>
            <a:off x="7781925" y="4429125"/>
            <a:ext cx="1771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동점 / 역전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FA9F62-F473-4D05-9B25-5DC38A977F32}"/>
              </a:ext>
            </a:extLst>
          </p:cNvPr>
          <p:cNvSpPr>
            <a:spLocks noGrp="1"/>
          </p:cNvSpPr>
          <p:nvPr/>
        </p:nvSpPr>
        <p:spPr>
          <a:xfrm>
            <a:off x="7667625" y="4800600"/>
            <a:ext cx="2000250" cy="285750"/>
          </a:xfrm>
          <a:prstGeom prst="rect">
            <a:avLst/>
          </a:prstGeom>
          <a:solidFill>
            <a:srgbClr val="111A23"/>
          </a:solidFill>
          <a:ln w="9525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F12253-14D9-43BE-A356-91537B050E9A}"/>
              </a:ext>
            </a:extLst>
          </p:cNvPr>
          <p:cNvSpPr>
            <a:spLocks noGrp="1"/>
          </p:cNvSpPr>
          <p:nvPr/>
        </p:nvSpPr>
        <p:spPr>
          <a:xfrm>
            <a:off x="7781925" y="4848225"/>
            <a:ext cx="1771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최종 결과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B2484EA-5AA2-4E1A-88D4-7353BA10A5E8}"/>
              </a:ext>
            </a:extLst>
          </p:cNvPr>
          <p:cNvSpPr>
            <a:spLocks noGrp="1"/>
          </p:cNvSpPr>
          <p:nvPr/>
        </p:nvSpPr>
        <p:spPr>
          <a:xfrm>
            <a:off x="7667625" y="5448300"/>
            <a:ext cx="3143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알림 항목, 장면 선택, 전달 방식을 화면에서 나눠 설정해요.</a:t>
            </a:r>
          </a:p>
          <a:p>
            <a:pPr algn="l">
              <a:buNone/>
              <a:defRPr sz="11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push/Live Activity로 앱 밖에서도 경기 흐름을 이어가요.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2E4C46-853D-4991-9411-075AA3544364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330C593-82A4-4EE9-A09B-65985DCE16DC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FAFBF23-6021-661A-2FA7-90ED37611F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831" y="2539034"/>
            <a:ext cx="2638844" cy="250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344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82D2BF0-815C-48F9-8C1A-A7E26AA345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C0F724-47AF-46D6-922B-8707E49CCE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0E3939-77FB-4BF7-9D75-3983578B5D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068CD4-C63A-4553-BBB5-E891AA5249D4}"/>
              </a:ext>
            </a:extLst>
          </p:cNvPr>
          <p:cNvSpPr>
            <a:spLocks noGrp="1"/>
          </p:cNvSpPr>
          <p:nvPr/>
        </p:nvSpPr>
        <p:spPr>
          <a:xfrm>
            <a:off x="9667875" y="-571500"/>
            <a:ext cx="3238500" cy="81915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CA66D2-C4C5-421B-9D43-B706A1AAECDB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9050" cy="6858000"/>
          </a:xfrm>
          <a:prstGeom prst="rect">
            <a:avLst/>
          </a:prstGeom>
          <a:solidFill>
            <a:srgbClr val="151C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8A85F6-CA67-4FA8-838E-501A914B0073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1049000" cy="12383"/>
          </a:xfrm>
          <a:prstGeom prst="rect">
            <a:avLst/>
          </a:prstGeom>
          <a:solidFill>
            <a:srgbClr val="323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C31120-DC69-4D20-87FF-A237E7AFE589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400050" cy="28575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kicker-10-label">
            <a:extLst>
              <a:ext uri="{FF2B5EF4-FFF2-40B4-BE49-F238E27FC236}">
                <a16:creationId xmlns:a16="http://schemas.microsoft.com/office/drawing/2014/main" id="{58ACDDEA-F14E-49EF-A2A1-D5B009A90A6E}"/>
              </a:ext>
            </a:extLst>
          </p:cNvPr>
          <p:cNvSpPr>
            <a:spLocks noGrp="1"/>
          </p:cNvSpPr>
          <p:nvPr/>
        </p:nvSpPr>
        <p:spPr>
          <a:xfrm>
            <a:off x="1066800" y="3429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DATA / BACKEND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DF5B03-DE97-466E-94D3-7266262CD615}"/>
              </a:ext>
            </a:extLst>
          </p:cNvPr>
          <p:cNvSpPr>
            <a:spLocks noGrp="1"/>
          </p:cNvSpPr>
          <p:nvPr/>
        </p:nvSpPr>
        <p:spPr>
          <a:xfrm>
            <a:off x="571500" y="781050"/>
            <a:ext cx="7810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데이터와 알림까지 백엔드로 연결해요.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F6BE25-66D8-484C-8081-25D049BB65A0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경기 정보, 기록 데이터, push/Live Activity가 backend 경로와 함께 움직여요.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E4D2C3-0839-4523-984F-CA0B6EE5CD86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D2A5DF-AC36-4148-B2E0-FC1629639929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5DB738-6A89-4A0C-86FD-7AC10893EEA4}"/>
              </a:ext>
            </a:extLst>
          </p:cNvPr>
          <p:cNvSpPr>
            <a:spLocks noGrp="1"/>
          </p:cNvSpPr>
          <p:nvPr/>
        </p:nvSpPr>
        <p:spPr>
          <a:xfrm>
            <a:off x="904875" y="2762250"/>
            <a:ext cx="2524125" cy="123825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1C24CD-FCE5-4B99-8D59-412505144AF5}"/>
              </a:ext>
            </a:extLst>
          </p:cNvPr>
          <p:cNvSpPr>
            <a:spLocks noGrp="1"/>
          </p:cNvSpPr>
          <p:nvPr/>
        </p:nvSpPr>
        <p:spPr>
          <a:xfrm>
            <a:off x="904875" y="2762250"/>
            <a:ext cx="38100" cy="1238250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5AFBD8-AB16-4678-A1F9-B13CDA0DF82C}"/>
              </a:ext>
            </a:extLst>
          </p:cNvPr>
          <p:cNvSpPr>
            <a:spLocks noGrp="1"/>
          </p:cNvSpPr>
          <p:nvPr/>
        </p:nvSpPr>
        <p:spPr>
          <a:xfrm>
            <a:off x="1076325" y="2895600"/>
            <a:ext cx="22193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44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4444"/>
                </a:solidFill>
                <a:latin typeface="Apple SD Gothic Neo"/>
                <a:ea typeface="Apple SD Gothic Neo"/>
                <a:cs typeface="Apple SD Gothic Neo"/>
              </a:rPr>
              <a:t>BACKEND API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D605D1-8487-4D68-82C4-F621D307820E}"/>
              </a:ext>
            </a:extLst>
          </p:cNvPr>
          <p:cNvSpPr>
            <a:spLocks noGrp="1"/>
          </p:cNvSpPr>
          <p:nvPr/>
        </p:nvSpPr>
        <p:spPr>
          <a:xfrm>
            <a:off x="1076325" y="3143250"/>
            <a:ext cx="22193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경기 · 기록 데이터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7B20A8-42CB-472A-874F-EA8E3948B576}"/>
              </a:ext>
            </a:extLst>
          </p:cNvPr>
          <p:cNvSpPr>
            <a:spLocks noGrp="1"/>
          </p:cNvSpPr>
          <p:nvPr/>
        </p:nvSpPr>
        <p:spPr>
          <a:xfrm>
            <a:off x="1076325" y="3543300"/>
            <a:ext cx="221932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FastAPI가 화면 API와 기록 snapshot을 제공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09AB24-AC7A-48C7-A1EF-DA480322DB73}"/>
              </a:ext>
            </a:extLst>
          </p:cNvPr>
          <p:cNvSpPr>
            <a:spLocks noGrp="1"/>
          </p:cNvSpPr>
          <p:nvPr/>
        </p:nvSpPr>
        <p:spPr>
          <a:xfrm>
            <a:off x="4762500" y="2762250"/>
            <a:ext cx="2524125" cy="123825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178078-C944-4CDE-8882-9A59A99FE69E}"/>
              </a:ext>
            </a:extLst>
          </p:cNvPr>
          <p:cNvSpPr>
            <a:spLocks noGrp="1"/>
          </p:cNvSpPr>
          <p:nvPr/>
        </p:nvSpPr>
        <p:spPr>
          <a:xfrm>
            <a:off x="4762500" y="2762250"/>
            <a:ext cx="38100" cy="1238250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BAE71A-DAF8-4809-BF4C-23D83CD4A8DB}"/>
              </a:ext>
            </a:extLst>
          </p:cNvPr>
          <p:cNvSpPr>
            <a:spLocks noGrp="1"/>
          </p:cNvSpPr>
          <p:nvPr/>
        </p:nvSpPr>
        <p:spPr>
          <a:xfrm>
            <a:off x="4933950" y="2895600"/>
            <a:ext cx="22193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C8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C853"/>
                </a:solidFill>
                <a:latin typeface="Apple SD Gothic Neo"/>
                <a:ea typeface="Apple SD Gothic Neo"/>
                <a:cs typeface="Apple SD Gothic Neo"/>
              </a:rPr>
              <a:t>DIRECT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A46622-CDA9-498B-AA52-86C03BB5DB46}"/>
              </a:ext>
            </a:extLst>
          </p:cNvPr>
          <p:cNvSpPr>
            <a:spLocks noGrp="1"/>
          </p:cNvSpPr>
          <p:nvPr/>
        </p:nvSpPr>
        <p:spPr>
          <a:xfrm>
            <a:off x="4933950" y="3143250"/>
            <a:ext cx="22193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보조 조회 경로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5BD524-7487-45B9-9F4D-D641D77E9EDE}"/>
              </a:ext>
            </a:extLst>
          </p:cNvPr>
          <p:cNvSpPr>
            <a:spLocks noGrp="1"/>
          </p:cNvSpPr>
          <p:nvPr/>
        </p:nvSpPr>
        <p:spPr>
          <a:xfrm>
            <a:off x="4933950" y="3543300"/>
            <a:ext cx="221932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로컬 확인과 파서 검증용 direct 조회 유지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93EABE-47A4-404D-BDAA-1995BA05EB75}"/>
              </a:ext>
            </a:extLst>
          </p:cNvPr>
          <p:cNvSpPr>
            <a:spLocks noGrp="1"/>
          </p:cNvSpPr>
          <p:nvPr/>
        </p:nvSpPr>
        <p:spPr>
          <a:xfrm>
            <a:off x="8620125" y="2762250"/>
            <a:ext cx="2524125" cy="123825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FBB340-ECA3-47E9-B137-86561F6FB3E1}"/>
              </a:ext>
            </a:extLst>
          </p:cNvPr>
          <p:cNvSpPr>
            <a:spLocks noGrp="1"/>
          </p:cNvSpPr>
          <p:nvPr/>
        </p:nvSpPr>
        <p:spPr>
          <a:xfrm>
            <a:off x="8620125" y="2762250"/>
            <a:ext cx="38100" cy="123825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42E4E9-F24B-4C37-9925-6782E336CB07}"/>
              </a:ext>
            </a:extLst>
          </p:cNvPr>
          <p:cNvSpPr>
            <a:spLocks noGrp="1"/>
          </p:cNvSpPr>
          <p:nvPr/>
        </p:nvSpPr>
        <p:spPr>
          <a:xfrm>
            <a:off x="8791575" y="2895600"/>
            <a:ext cx="22193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97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979FF"/>
                </a:solidFill>
                <a:latin typeface="Apple SD Gothic Neo"/>
                <a:ea typeface="Apple SD Gothic Neo"/>
                <a:cs typeface="Apple SD Gothic Neo"/>
              </a:rPr>
              <a:t>PUSH / LIVE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CDBD4F-9B41-419C-8EE4-C3DB1E673EEA}"/>
              </a:ext>
            </a:extLst>
          </p:cNvPr>
          <p:cNvSpPr>
            <a:spLocks noGrp="1"/>
          </p:cNvSpPr>
          <p:nvPr/>
        </p:nvSpPr>
        <p:spPr>
          <a:xfrm>
            <a:off x="8791575" y="3143250"/>
            <a:ext cx="22193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앱 밖 갱신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12F574-72A8-46EC-9C4A-7D5B6D45644A}"/>
              </a:ext>
            </a:extLst>
          </p:cNvPr>
          <p:cNvSpPr>
            <a:spLocks noGrp="1"/>
          </p:cNvSpPr>
          <p:nvPr/>
        </p:nvSpPr>
        <p:spPr>
          <a:xfrm>
            <a:off x="8791575" y="3543300"/>
            <a:ext cx="221932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push와 Live Activity도 backend 연동으로 처리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2171F8-E2A7-495C-8CA1-2682A600D6B1}"/>
              </a:ext>
            </a:extLst>
          </p:cNvPr>
          <p:cNvSpPr>
            <a:spLocks noGrp="1"/>
          </p:cNvSpPr>
          <p:nvPr/>
        </p:nvSpPr>
        <p:spPr>
          <a:xfrm>
            <a:off x="3429000" y="3381375"/>
            <a:ext cx="1333500" cy="19050"/>
          </a:xfrm>
          <a:prstGeom prst="rect">
            <a:avLst/>
          </a:prstGeom>
          <a:solidFill>
            <a:srgbClr val="323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977D0E-4DFC-44EC-8EE9-0F5CCDCB17BF}"/>
              </a:ext>
            </a:extLst>
          </p:cNvPr>
          <p:cNvSpPr>
            <a:spLocks noGrp="1"/>
          </p:cNvSpPr>
          <p:nvPr/>
        </p:nvSpPr>
        <p:spPr>
          <a:xfrm>
            <a:off x="7286625" y="3381375"/>
            <a:ext cx="1333500" cy="19050"/>
          </a:xfrm>
          <a:prstGeom prst="rect">
            <a:avLst/>
          </a:prstGeom>
          <a:solidFill>
            <a:srgbClr val="323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CF37C9-629E-4D84-9EA5-77A3D648D931}"/>
              </a:ext>
            </a:extLst>
          </p:cNvPr>
          <p:cNvSpPr>
            <a:spLocks noGrp="1"/>
          </p:cNvSpPr>
          <p:nvPr/>
        </p:nvSpPr>
        <p:spPr>
          <a:xfrm>
            <a:off x="1571625" y="4762500"/>
            <a:ext cx="9048750" cy="685800"/>
          </a:xfrm>
          <a:prstGeom prst="rect">
            <a:avLst/>
          </a:prstGeom>
          <a:solidFill>
            <a:srgbClr val="111720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E02E42-BA35-46AE-8A81-225D17FC38BC}"/>
              </a:ext>
            </a:extLst>
          </p:cNvPr>
          <p:cNvSpPr>
            <a:spLocks noGrp="1"/>
          </p:cNvSpPr>
          <p:nvPr/>
        </p:nvSpPr>
        <p:spPr>
          <a:xfrm>
            <a:off x="1952625" y="4972050"/>
            <a:ext cx="828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화면 안 데이터와 앱 밖 알림까지 한 흐름으로 연결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E6A9B3-6CB6-4D9C-BA47-DAEF9C6E1F5A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AC6AB8-7FFD-422A-95F8-5C1A6E6D4848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541DD16-477F-CF83-5A80-28FE03847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225" y="462527"/>
            <a:ext cx="2476500" cy="197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0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8DBED1CE-1D78-4324-92D5-3FB90EFFB6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8EA7D8-57BE-48BE-B948-70C74157CF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C11D83-4F13-4379-871C-D277336676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5E60E4-39CB-413B-8C9F-D2B273DCBDFC}"/>
              </a:ext>
            </a:extLst>
          </p:cNvPr>
          <p:cNvSpPr>
            <a:spLocks noGrp="1"/>
          </p:cNvSpPr>
          <p:nvPr/>
        </p:nvSpPr>
        <p:spPr>
          <a:xfrm>
            <a:off x="9667875" y="-571500"/>
            <a:ext cx="3238500" cy="81915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615894-E923-40B0-BBB2-9E5A8A53E217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9050" cy="6858000"/>
          </a:xfrm>
          <a:prstGeom prst="rect">
            <a:avLst/>
          </a:prstGeom>
          <a:solidFill>
            <a:srgbClr val="151C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58F6EB-8137-41E3-827A-11C489152291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1049000" cy="12383"/>
          </a:xfrm>
          <a:prstGeom prst="rect">
            <a:avLst/>
          </a:prstGeom>
          <a:solidFill>
            <a:srgbClr val="323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CEB71F-CC6F-4974-9A36-2C9EBA2E411F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400050" cy="28575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kicker-11-label">
            <a:extLst>
              <a:ext uri="{FF2B5EF4-FFF2-40B4-BE49-F238E27FC236}">
                <a16:creationId xmlns:a16="http://schemas.microsoft.com/office/drawing/2014/main" id="{0FE305BC-019B-49F2-8AF6-912FB887575D}"/>
              </a:ext>
            </a:extLst>
          </p:cNvPr>
          <p:cNvSpPr>
            <a:spLocks noGrp="1"/>
          </p:cNvSpPr>
          <p:nvPr/>
        </p:nvSpPr>
        <p:spPr>
          <a:xfrm>
            <a:off x="1066800" y="3429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FEATURE COVERAGE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82955A-D739-41D8-9F18-5133B85CD815}"/>
              </a:ext>
            </a:extLst>
          </p:cNvPr>
          <p:cNvSpPr>
            <a:spLocks noGrp="1"/>
          </p:cNvSpPr>
          <p:nvPr/>
        </p:nvSpPr>
        <p:spPr>
          <a:xfrm>
            <a:off x="571500" y="781050"/>
            <a:ext cx="7810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KBO Fans에서 제공하는 기능을 한눈에 확인하세요.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8B4B32-5579-4C77-96A8-D8EBBCA91480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앱 화면과 backend 연동까지 이번 발표에서 함께 보여줘요.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47076D-D954-47A4-82EB-0823725B50AD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AFCB7B-9DAF-4BD5-882C-F1D507DD49BC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65E994-73B3-4FC5-8A89-8CFFA303FF8B}"/>
              </a:ext>
            </a:extLst>
          </p:cNvPr>
          <p:cNvSpPr>
            <a:spLocks noGrp="1"/>
          </p:cNvSpPr>
          <p:nvPr/>
        </p:nvSpPr>
        <p:spPr>
          <a:xfrm>
            <a:off x="809625" y="2571750"/>
            <a:ext cx="10334625" cy="283845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58A785-B516-4AC1-8D94-A953DB5122C6}"/>
              </a:ext>
            </a:extLst>
          </p:cNvPr>
          <p:cNvSpPr>
            <a:spLocks noGrp="1"/>
          </p:cNvSpPr>
          <p:nvPr/>
        </p:nvSpPr>
        <p:spPr>
          <a:xfrm>
            <a:off x="1095375" y="27813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기능 영역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E5BF37-5B71-487C-AC9D-CCBF7BB54BC0}"/>
              </a:ext>
            </a:extLst>
          </p:cNvPr>
          <p:cNvSpPr>
            <a:spLocks noGrp="1"/>
          </p:cNvSpPr>
          <p:nvPr/>
        </p:nvSpPr>
        <p:spPr>
          <a:xfrm>
            <a:off x="2857500" y="2781300"/>
            <a:ext cx="514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제공 기능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541854-BEDC-4002-B724-75E0DA3CD0EC}"/>
              </a:ext>
            </a:extLst>
          </p:cNvPr>
          <p:cNvSpPr>
            <a:spLocks noGrp="1"/>
          </p:cNvSpPr>
          <p:nvPr/>
        </p:nvSpPr>
        <p:spPr>
          <a:xfrm>
            <a:off x="9191625" y="2781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진행 상태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9BE8CF-CD27-44CE-8797-4216D441BEE3}"/>
              </a:ext>
            </a:extLst>
          </p:cNvPr>
          <p:cNvSpPr>
            <a:spLocks noGrp="1"/>
          </p:cNvSpPr>
          <p:nvPr/>
        </p:nvSpPr>
        <p:spPr>
          <a:xfrm>
            <a:off x="809625" y="3067050"/>
            <a:ext cx="10334625" cy="9525"/>
          </a:xfrm>
          <a:prstGeom prst="rect">
            <a:avLst/>
          </a:prstGeom>
          <a:solidFill>
            <a:srgbClr val="2530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942548-B073-4715-9733-D45632DB7DB8}"/>
              </a:ext>
            </a:extLst>
          </p:cNvPr>
          <p:cNvSpPr>
            <a:spLocks noGrp="1"/>
          </p:cNvSpPr>
          <p:nvPr/>
        </p:nvSpPr>
        <p:spPr>
          <a:xfrm>
            <a:off x="1095375" y="31432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주요 화면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29A3A6-2158-4C83-9ADC-A5C32D75F170}"/>
              </a:ext>
            </a:extLst>
          </p:cNvPr>
          <p:cNvSpPr>
            <a:spLocks noGrp="1"/>
          </p:cNvSpPr>
          <p:nvPr/>
        </p:nvSpPr>
        <p:spPr>
          <a:xfrm>
            <a:off x="2857500" y="3143250"/>
            <a:ext cx="533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온보딩, 홈, 경기 상세 4탭, 일정, 순위, 기록실, 설정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7D0FFC-F337-45B3-A2CE-1D7912DA878E}"/>
              </a:ext>
            </a:extLst>
          </p:cNvPr>
          <p:cNvSpPr>
            <a:spLocks noGrp="1"/>
          </p:cNvSpPr>
          <p:nvPr/>
        </p:nvSpPr>
        <p:spPr>
          <a:xfrm>
            <a:off x="9096375" y="3114675"/>
            <a:ext cx="1409700" cy="285750"/>
          </a:xfrm>
          <a:prstGeom prst="rect">
            <a:avLst/>
          </a:prstGeom>
          <a:solidFill>
            <a:srgbClr val="111A23"/>
          </a:solidFill>
          <a:ln w="9525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8ECB3B-BD11-4812-8598-750F756AAC7C}"/>
              </a:ext>
            </a:extLst>
          </p:cNvPr>
          <p:cNvSpPr>
            <a:spLocks noGrp="1"/>
          </p:cNvSpPr>
          <p:nvPr/>
        </p:nvSpPr>
        <p:spPr>
          <a:xfrm>
            <a:off x="9210675" y="3162300"/>
            <a:ext cx="1181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5B605D-827E-487E-93F8-1F0C773F52CE}"/>
              </a:ext>
            </a:extLst>
          </p:cNvPr>
          <p:cNvSpPr>
            <a:spLocks noGrp="1"/>
          </p:cNvSpPr>
          <p:nvPr/>
        </p:nvSpPr>
        <p:spPr>
          <a:xfrm>
            <a:off x="809625" y="3495675"/>
            <a:ext cx="10334625" cy="9525"/>
          </a:xfrm>
          <a:prstGeom prst="rect">
            <a:avLst/>
          </a:prstGeom>
          <a:solidFill>
            <a:srgbClr val="2530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2B3E33-955E-447D-BAB9-F4C772DF6816}"/>
              </a:ext>
            </a:extLst>
          </p:cNvPr>
          <p:cNvSpPr>
            <a:spLocks noGrp="1"/>
          </p:cNvSpPr>
          <p:nvPr/>
        </p:nvSpPr>
        <p:spPr>
          <a:xfrm>
            <a:off x="1095375" y="3571875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마이팀 홈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A54AA2-5562-467F-B2EB-5F608B9E24ED}"/>
              </a:ext>
            </a:extLst>
          </p:cNvPr>
          <p:cNvSpPr>
            <a:spLocks noGrp="1"/>
          </p:cNvSpPr>
          <p:nvPr/>
        </p:nvSpPr>
        <p:spPr>
          <a:xfrm>
            <a:off x="2857500" y="3571875"/>
            <a:ext cx="533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팀 선택, 홈 브리프, 경기 카드 우선 표시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C0BCEC-4E3D-4C23-ACCC-61A818F7BC7F}"/>
              </a:ext>
            </a:extLst>
          </p:cNvPr>
          <p:cNvSpPr>
            <a:spLocks noGrp="1"/>
          </p:cNvSpPr>
          <p:nvPr/>
        </p:nvSpPr>
        <p:spPr>
          <a:xfrm>
            <a:off x="9096375" y="3543300"/>
            <a:ext cx="1409700" cy="285750"/>
          </a:xfrm>
          <a:prstGeom prst="rect">
            <a:avLst/>
          </a:prstGeom>
          <a:solidFill>
            <a:srgbClr val="111A23"/>
          </a:solidFill>
          <a:ln w="9525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70A1F9-B7FF-4357-855F-68274DE6F2F0}"/>
              </a:ext>
            </a:extLst>
          </p:cNvPr>
          <p:cNvSpPr>
            <a:spLocks noGrp="1"/>
          </p:cNvSpPr>
          <p:nvPr/>
        </p:nvSpPr>
        <p:spPr>
          <a:xfrm>
            <a:off x="9210675" y="3590925"/>
            <a:ext cx="1181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FA5F93-E099-4B98-AA6D-5F5169C2188D}"/>
              </a:ext>
            </a:extLst>
          </p:cNvPr>
          <p:cNvSpPr>
            <a:spLocks noGrp="1"/>
          </p:cNvSpPr>
          <p:nvPr/>
        </p:nvSpPr>
        <p:spPr>
          <a:xfrm>
            <a:off x="809625" y="3924300"/>
            <a:ext cx="10334625" cy="9525"/>
          </a:xfrm>
          <a:prstGeom prst="rect">
            <a:avLst/>
          </a:prstGeom>
          <a:solidFill>
            <a:srgbClr val="2530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B4486E-C337-4548-850F-3D16090159CA}"/>
              </a:ext>
            </a:extLst>
          </p:cNvPr>
          <p:cNvSpPr>
            <a:spLocks noGrp="1"/>
          </p:cNvSpPr>
          <p:nvPr/>
        </p:nvSpPr>
        <p:spPr>
          <a:xfrm>
            <a:off x="1095375" y="400050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데이터 처리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A418F7-8ABF-4125-B415-5DD30659BE55}"/>
              </a:ext>
            </a:extLst>
          </p:cNvPr>
          <p:cNvSpPr>
            <a:spLocks noGrp="1"/>
          </p:cNvSpPr>
          <p:nvPr/>
        </p:nvSpPr>
        <p:spPr>
          <a:xfrm>
            <a:off x="2857500" y="4000500"/>
            <a:ext cx="533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백엔드 API 조회 + 보조 direct 조회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E7CEB9-6F15-4678-BD7D-E5C333015DD9}"/>
              </a:ext>
            </a:extLst>
          </p:cNvPr>
          <p:cNvSpPr>
            <a:spLocks noGrp="1"/>
          </p:cNvSpPr>
          <p:nvPr/>
        </p:nvSpPr>
        <p:spPr>
          <a:xfrm>
            <a:off x="9096375" y="3971925"/>
            <a:ext cx="1409700" cy="285750"/>
          </a:xfrm>
          <a:prstGeom prst="rect">
            <a:avLst/>
          </a:prstGeom>
          <a:solidFill>
            <a:srgbClr val="111A23"/>
          </a:solidFill>
          <a:ln w="9525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2E5CA1-E09A-4A2E-8DD1-8DFDCEFA32A8}"/>
              </a:ext>
            </a:extLst>
          </p:cNvPr>
          <p:cNvSpPr>
            <a:spLocks noGrp="1"/>
          </p:cNvSpPr>
          <p:nvPr/>
        </p:nvSpPr>
        <p:spPr>
          <a:xfrm>
            <a:off x="9210675" y="4019550"/>
            <a:ext cx="1181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D51C7D-10C9-4189-B0B2-61C1F5802892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334625" cy="9525"/>
          </a:xfrm>
          <a:prstGeom prst="rect">
            <a:avLst/>
          </a:prstGeom>
          <a:solidFill>
            <a:srgbClr val="2530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52A8AF-A698-4328-B2E9-4ED1D82F1387}"/>
              </a:ext>
            </a:extLst>
          </p:cNvPr>
          <p:cNvSpPr>
            <a:spLocks noGrp="1"/>
          </p:cNvSpPr>
          <p:nvPr/>
        </p:nvSpPr>
        <p:spPr>
          <a:xfrm>
            <a:off x="1095375" y="4429125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알림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1A8186-B637-463A-ABAA-79C084F0C285}"/>
              </a:ext>
            </a:extLst>
          </p:cNvPr>
          <p:cNvSpPr>
            <a:spLocks noGrp="1"/>
          </p:cNvSpPr>
          <p:nvPr/>
        </p:nvSpPr>
        <p:spPr>
          <a:xfrm>
            <a:off x="2857500" y="4429125"/>
            <a:ext cx="533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장면별 알림, 경기 상세 route 연결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35524F-BD21-4A81-8E2B-5204AA24FCA0}"/>
              </a:ext>
            </a:extLst>
          </p:cNvPr>
          <p:cNvSpPr>
            <a:spLocks noGrp="1"/>
          </p:cNvSpPr>
          <p:nvPr/>
        </p:nvSpPr>
        <p:spPr>
          <a:xfrm>
            <a:off x="9096375" y="4400550"/>
            <a:ext cx="1409700" cy="285750"/>
          </a:xfrm>
          <a:prstGeom prst="rect">
            <a:avLst/>
          </a:prstGeom>
          <a:solidFill>
            <a:srgbClr val="111A23"/>
          </a:solidFill>
          <a:ln w="9525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14817F-67D7-4A29-B43A-0BF12BFB71BC}"/>
              </a:ext>
            </a:extLst>
          </p:cNvPr>
          <p:cNvSpPr>
            <a:spLocks noGrp="1"/>
          </p:cNvSpPr>
          <p:nvPr/>
        </p:nvSpPr>
        <p:spPr>
          <a:xfrm>
            <a:off x="9210675" y="4448175"/>
            <a:ext cx="1181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3A9A57-2CCD-4B87-9451-89462CF4BEC6}"/>
              </a:ext>
            </a:extLst>
          </p:cNvPr>
          <p:cNvSpPr>
            <a:spLocks noGrp="1"/>
          </p:cNvSpPr>
          <p:nvPr/>
        </p:nvSpPr>
        <p:spPr>
          <a:xfrm>
            <a:off x="809625" y="4781550"/>
            <a:ext cx="10334625" cy="9525"/>
          </a:xfrm>
          <a:prstGeom prst="rect">
            <a:avLst/>
          </a:prstGeom>
          <a:solidFill>
            <a:srgbClr val="2530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CE9340-E038-412F-BDB7-6DF5476CBC5A}"/>
              </a:ext>
            </a:extLst>
          </p:cNvPr>
          <p:cNvSpPr>
            <a:spLocks noGrp="1"/>
          </p:cNvSpPr>
          <p:nvPr/>
        </p:nvSpPr>
        <p:spPr>
          <a:xfrm>
            <a:off x="1095375" y="48577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앱 밖 갱신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F44B7-AFB2-479B-BC4A-207B6763E0A9}"/>
              </a:ext>
            </a:extLst>
          </p:cNvPr>
          <p:cNvSpPr>
            <a:spLocks noGrp="1"/>
          </p:cNvSpPr>
          <p:nvPr/>
        </p:nvSpPr>
        <p:spPr>
          <a:xfrm>
            <a:off x="2857500" y="4857750"/>
            <a:ext cx="533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push / Live Activity backend 연동 완료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717AB3-B834-4279-AC74-884FDFB28F56}"/>
              </a:ext>
            </a:extLst>
          </p:cNvPr>
          <p:cNvSpPr>
            <a:spLocks noGrp="1"/>
          </p:cNvSpPr>
          <p:nvPr/>
        </p:nvSpPr>
        <p:spPr>
          <a:xfrm>
            <a:off x="9096375" y="4829175"/>
            <a:ext cx="1409700" cy="285750"/>
          </a:xfrm>
          <a:prstGeom prst="rect">
            <a:avLst/>
          </a:prstGeom>
          <a:solidFill>
            <a:srgbClr val="111A23"/>
          </a:solidFill>
          <a:ln w="9525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799BD1-554E-4433-974B-65FB6E30D1E0}"/>
              </a:ext>
            </a:extLst>
          </p:cNvPr>
          <p:cNvSpPr>
            <a:spLocks noGrp="1"/>
          </p:cNvSpPr>
          <p:nvPr/>
        </p:nvSpPr>
        <p:spPr>
          <a:xfrm>
            <a:off x="9210675" y="4876800"/>
            <a:ext cx="1181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BE89EB-4F86-4EC4-81CA-7B23B455792A}"/>
              </a:ext>
            </a:extLst>
          </p:cNvPr>
          <p:cNvSpPr>
            <a:spLocks noGrp="1"/>
          </p:cNvSpPr>
          <p:nvPr/>
        </p:nvSpPr>
        <p:spPr>
          <a:xfrm>
            <a:off x="2000250" y="5657850"/>
            <a:ext cx="8191500" cy="4572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3C6473-40A6-4617-A647-179DA00270F1}"/>
              </a:ext>
            </a:extLst>
          </p:cNvPr>
          <p:cNvSpPr>
            <a:spLocks noGrp="1"/>
          </p:cNvSpPr>
          <p:nvPr/>
        </p:nvSpPr>
        <p:spPr>
          <a:xfrm>
            <a:off x="2000250" y="5657850"/>
            <a:ext cx="38100" cy="457200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980E694-A413-4D9B-9111-0858C75D6686}"/>
              </a:ext>
            </a:extLst>
          </p:cNvPr>
          <p:cNvSpPr>
            <a:spLocks noGrp="1"/>
          </p:cNvSpPr>
          <p:nvPr/>
        </p:nvSpPr>
        <p:spPr>
          <a:xfrm>
            <a:off x="2171700" y="57721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00C8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C853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CEE26B-D5CD-4051-863D-36517F2BF9F5}"/>
              </a:ext>
            </a:extLst>
          </p:cNvPr>
          <p:cNvSpPr>
            <a:spLocks noGrp="1"/>
          </p:cNvSpPr>
          <p:nvPr/>
        </p:nvSpPr>
        <p:spPr>
          <a:xfrm>
            <a:off x="3924300" y="5743575"/>
            <a:ext cx="561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화면 흐름과 backend 연동 결과를 함께 확인하세요.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B67F3D4-3139-41FD-A33D-90B25ABB31C4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1DCE21-773B-49B0-9B37-379721D6E6E8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11776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EEDF59E2-6406-4DF1-A90A-FD3BFB122B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CEFBEA-7390-4909-B97B-E0FB9E484C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54BBFF-3611-41D9-B370-C869A4E46B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A03308-CA93-47B7-A10F-D91EFFC159B8}"/>
              </a:ext>
            </a:extLst>
          </p:cNvPr>
          <p:cNvSpPr>
            <a:spLocks noGrp="1"/>
          </p:cNvSpPr>
          <p:nvPr/>
        </p:nvSpPr>
        <p:spPr>
          <a:xfrm>
            <a:off x="9667875" y="-571500"/>
            <a:ext cx="3238500" cy="8191500"/>
          </a:xfrm>
          <a:prstGeom prst="rect">
            <a:avLst/>
          </a:prstGeom>
          <a:solidFill>
            <a:srgbClr val="0709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42048F-E4DD-4B49-B4CD-B4057C24B0E0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9050" cy="6858000"/>
          </a:xfrm>
          <a:prstGeom prst="rect">
            <a:avLst/>
          </a:prstGeom>
          <a:solidFill>
            <a:srgbClr val="151C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B48CA8-2F1D-4028-A410-42F184824A0B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1049000" cy="12383"/>
          </a:xfrm>
          <a:prstGeom prst="rect">
            <a:avLst/>
          </a:prstGeom>
          <a:solidFill>
            <a:srgbClr val="323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BA6218-17B0-4B4E-9E15-E1CA534D2CE1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297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979FF"/>
                </a:solidFill>
                <a:latin typeface="Apple SD Gothic Neo"/>
                <a:ea typeface="Apple SD Gothic Neo"/>
                <a:cs typeface="Apple SD Gothic Neo"/>
              </a:rPr>
              <a:t>PRODUCT SUMMARY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D108AA-2968-43DB-8AC6-DA9080BF0B86}"/>
              </a:ext>
            </a:extLst>
          </p:cNvPr>
          <p:cNvSpPr>
            <a:spLocks noGrp="1"/>
          </p:cNvSpPr>
          <p:nvPr/>
        </p:nvSpPr>
        <p:spPr>
          <a:xfrm>
            <a:off x="571500" y="990600"/>
            <a:ext cx="6477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KBO Fans로</a:t>
            </a:r>
          </a:p>
          <a:p>
            <a:pPr algn="l">
              <a:buNone/>
              <a:defRPr sz="31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경기 전부터 경기 후까지</a:t>
            </a:r>
          </a:p>
          <a:p>
            <a:pPr algn="l">
              <a:buNone/>
              <a:defRPr sz="31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이어가세요.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15B42-5900-4BC5-9B4A-2CD5EBCD4DE2}"/>
              </a:ext>
            </a:extLst>
          </p:cNvPr>
          <p:cNvSpPr>
            <a:spLocks noGrp="1"/>
          </p:cNvSpPr>
          <p:nvPr/>
        </p:nvSpPr>
        <p:spPr>
          <a:xfrm>
            <a:off x="685800" y="3000375"/>
            <a:ext cx="2781300" cy="9144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B70671-2A81-4412-8E56-B738EDD278F5}"/>
              </a:ext>
            </a:extLst>
          </p:cNvPr>
          <p:cNvSpPr>
            <a:spLocks noGrp="1"/>
          </p:cNvSpPr>
          <p:nvPr/>
        </p:nvSpPr>
        <p:spPr>
          <a:xfrm>
            <a:off x="857250" y="3171825"/>
            <a:ext cx="285750" cy="28575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AEF3CE-A12F-4100-82C5-479D85F28D63}"/>
              </a:ext>
            </a:extLst>
          </p:cNvPr>
          <p:cNvSpPr>
            <a:spLocks noGrp="1"/>
          </p:cNvSpPr>
          <p:nvPr/>
        </p:nvSpPr>
        <p:spPr>
          <a:xfrm>
            <a:off x="857250" y="32099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B7B84B-F4C3-4EBC-B4E8-29F60D384F25}"/>
              </a:ext>
            </a:extLst>
          </p:cNvPr>
          <p:cNvSpPr>
            <a:spLocks noGrp="1"/>
          </p:cNvSpPr>
          <p:nvPr/>
        </p:nvSpPr>
        <p:spPr>
          <a:xfrm>
            <a:off x="1257300" y="3152775"/>
            <a:ext cx="2057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마이팀 홈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83C637-8B3A-49C1-8E8B-C9C08DA27F02}"/>
              </a:ext>
            </a:extLst>
          </p:cNvPr>
          <p:cNvSpPr>
            <a:spLocks noGrp="1"/>
          </p:cNvSpPr>
          <p:nvPr/>
        </p:nvSpPr>
        <p:spPr>
          <a:xfrm>
            <a:off x="857250" y="3552825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우리 팀 경기부터 먼저 확인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FEB765-039B-4081-B36B-C9FAEDA2ED8C}"/>
              </a:ext>
            </a:extLst>
          </p:cNvPr>
          <p:cNvSpPr>
            <a:spLocks noGrp="1"/>
          </p:cNvSpPr>
          <p:nvPr/>
        </p:nvSpPr>
        <p:spPr>
          <a:xfrm>
            <a:off x="3829050" y="3000375"/>
            <a:ext cx="2781300" cy="9144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297AB5-0F58-4E45-838E-71AC48BF54DA}"/>
              </a:ext>
            </a:extLst>
          </p:cNvPr>
          <p:cNvSpPr>
            <a:spLocks noGrp="1"/>
          </p:cNvSpPr>
          <p:nvPr/>
        </p:nvSpPr>
        <p:spPr>
          <a:xfrm>
            <a:off x="4000500" y="3171825"/>
            <a:ext cx="285750" cy="285750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38788C-21AC-4245-94F3-73A6BDF75C6A}"/>
              </a:ext>
            </a:extLst>
          </p:cNvPr>
          <p:cNvSpPr>
            <a:spLocks noGrp="1"/>
          </p:cNvSpPr>
          <p:nvPr/>
        </p:nvSpPr>
        <p:spPr>
          <a:xfrm>
            <a:off x="4000500" y="32099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18562C-9F6C-4924-8B48-0BE3618991BB}"/>
              </a:ext>
            </a:extLst>
          </p:cNvPr>
          <p:cNvSpPr>
            <a:spLocks noGrp="1"/>
          </p:cNvSpPr>
          <p:nvPr/>
        </p:nvSpPr>
        <p:spPr>
          <a:xfrm>
            <a:off x="4400550" y="3152775"/>
            <a:ext cx="2057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경기 상세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B34B20-F025-45C2-9C43-FCF0387B42DF}"/>
              </a:ext>
            </a:extLst>
          </p:cNvPr>
          <p:cNvSpPr>
            <a:spLocks noGrp="1"/>
          </p:cNvSpPr>
          <p:nvPr/>
        </p:nvSpPr>
        <p:spPr>
          <a:xfrm>
            <a:off x="4000500" y="3552825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스코어, 문자중계, 박스스코어, 라인업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BCC61A-8061-48D5-8F31-11BA40BA6546}"/>
              </a:ext>
            </a:extLst>
          </p:cNvPr>
          <p:cNvSpPr>
            <a:spLocks noGrp="1"/>
          </p:cNvSpPr>
          <p:nvPr/>
        </p:nvSpPr>
        <p:spPr>
          <a:xfrm>
            <a:off x="685800" y="4200525"/>
            <a:ext cx="2781300" cy="9144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B7AA72-BC1A-4E22-8709-DDEDF3A40097}"/>
              </a:ext>
            </a:extLst>
          </p:cNvPr>
          <p:cNvSpPr>
            <a:spLocks noGrp="1"/>
          </p:cNvSpPr>
          <p:nvPr/>
        </p:nvSpPr>
        <p:spPr>
          <a:xfrm>
            <a:off x="857250" y="4371975"/>
            <a:ext cx="285750" cy="285750"/>
          </a:xfrm>
          <a:prstGeom prst="rect">
            <a:avLst/>
          </a:prstGeom>
          <a:solidFill>
            <a:srgbClr val="00C8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BBA203-ADF5-4302-9CAA-01F8C0567F1B}"/>
              </a:ext>
            </a:extLst>
          </p:cNvPr>
          <p:cNvSpPr>
            <a:spLocks noGrp="1"/>
          </p:cNvSpPr>
          <p:nvPr/>
        </p:nvSpPr>
        <p:spPr>
          <a:xfrm>
            <a:off x="857250" y="44100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2FF059-1BA4-4675-BC24-05836F1F566A}"/>
              </a:ext>
            </a:extLst>
          </p:cNvPr>
          <p:cNvSpPr>
            <a:spLocks noGrp="1"/>
          </p:cNvSpPr>
          <p:nvPr/>
        </p:nvSpPr>
        <p:spPr>
          <a:xfrm>
            <a:off x="1257300" y="4352925"/>
            <a:ext cx="2057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기록실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C1B9FB-D8EC-4184-B034-B9C17A35A63D}"/>
              </a:ext>
            </a:extLst>
          </p:cNvPr>
          <p:cNvSpPr>
            <a:spLocks noGrp="1"/>
          </p:cNvSpPr>
          <p:nvPr/>
        </p:nvSpPr>
        <p:spPr>
          <a:xfrm>
            <a:off x="857250" y="4752975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순위와 선수 기록까지 깊게 확인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9EAE3A-2897-4B7E-B54C-DF1726B04A84}"/>
              </a:ext>
            </a:extLst>
          </p:cNvPr>
          <p:cNvSpPr>
            <a:spLocks noGrp="1"/>
          </p:cNvSpPr>
          <p:nvPr/>
        </p:nvSpPr>
        <p:spPr>
          <a:xfrm>
            <a:off x="3829050" y="4200525"/>
            <a:ext cx="2781300" cy="914400"/>
          </a:xfrm>
          <a:prstGeom prst="rect">
            <a:avLst/>
          </a:prstGeom>
          <a:solidFill>
            <a:srgbClr val="10141A"/>
          </a:solidFill>
          <a:ln w="9525">
            <a:solidFill>
              <a:srgbClr val="323A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AAC64C-C3EB-4001-9AA1-69F90C6ED54E}"/>
              </a:ext>
            </a:extLst>
          </p:cNvPr>
          <p:cNvSpPr>
            <a:spLocks noGrp="1"/>
          </p:cNvSpPr>
          <p:nvPr/>
        </p:nvSpPr>
        <p:spPr>
          <a:xfrm>
            <a:off x="4000500" y="4371975"/>
            <a:ext cx="285750" cy="285750"/>
          </a:xfrm>
          <a:prstGeom prst="rect">
            <a:avLst/>
          </a:prstGeom>
          <a:solidFill>
            <a:srgbClr val="FFD6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308D7D-444E-4C72-AF5C-2124C019830C}"/>
              </a:ext>
            </a:extLst>
          </p:cNvPr>
          <p:cNvSpPr>
            <a:spLocks noGrp="1"/>
          </p:cNvSpPr>
          <p:nvPr/>
        </p:nvSpPr>
        <p:spPr>
          <a:xfrm>
            <a:off x="4000500" y="44100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AEA03A-B948-46CD-9CA3-D06B6C2D0A86}"/>
              </a:ext>
            </a:extLst>
          </p:cNvPr>
          <p:cNvSpPr>
            <a:spLocks noGrp="1"/>
          </p:cNvSpPr>
          <p:nvPr/>
        </p:nvSpPr>
        <p:spPr>
          <a:xfrm>
            <a:off x="4400550" y="4352925"/>
            <a:ext cx="2057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알림 설정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25B35C-39F4-47BE-89DB-2373B46E253A}"/>
              </a:ext>
            </a:extLst>
          </p:cNvPr>
          <p:cNvSpPr>
            <a:spLocks noGrp="1"/>
          </p:cNvSpPr>
          <p:nvPr/>
        </p:nvSpPr>
        <p:spPr>
          <a:xfrm>
            <a:off x="4000500" y="4752975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경기 시작부터 주요 장면까지 선택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181E51-4046-4F96-A4D3-85EEFF47EE87}"/>
              </a:ext>
            </a:extLst>
          </p:cNvPr>
          <p:cNvSpPr>
            <a:spLocks noGrp="1"/>
          </p:cNvSpPr>
          <p:nvPr/>
        </p:nvSpPr>
        <p:spPr>
          <a:xfrm>
            <a:off x="7924800" y="1047750"/>
            <a:ext cx="1724025" cy="3552825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F5F050-4FBD-43DD-862B-9D35F1DD7E07}"/>
              </a:ext>
            </a:extLst>
          </p:cNvPr>
          <p:cNvSpPr>
            <a:spLocks noGrp="1"/>
          </p:cNvSpPr>
          <p:nvPr/>
        </p:nvSpPr>
        <p:spPr>
          <a:xfrm>
            <a:off x="7934325" y="1047750"/>
            <a:ext cx="38100" cy="3552825"/>
          </a:xfrm>
          <a:prstGeom prst="rect">
            <a:avLst/>
          </a:prstGeom>
          <a:solidFill>
            <a:srgbClr val="F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01169" y="1123950"/>
            <a:ext cx="1571286" cy="340042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80E01CB-8AE9-42C8-A5CD-609E63928D92}"/>
              </a:ext>
            </a:extLst>
          </p:cNvPr>
          <p:cNvSpPr>
            <a:spLocks noGrp="1"/>
          </p:cNvSpPr>
          <p:nvPr/>
        </p:nvSpPr>
        <p:spPr>
          <a:xfrm>
            <a:off x="9715500" y="1428750"/>
            <a:ext cx="1562100" cy="3200400"/>
          </a:xfrm>
          <a:prstGeom prst="rect">
            <a:avLst/>
          </a:prstGeom>
          <a:solidFill>
            <a:srgbClr val="05080D"/>
          </a:solidFill>
          <a:ln w="19050">
            <a:solidFill>
              <a:srgbClr val="2731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A0F271-D5CB-40EF-9DB8-93CDBAEDAEEB}"/>
              </a:ext>
            </a:extLst>
          </p:cNvPr>
          <p:cNvSpPr>
            <a:spLocks noGrp="1"/>
          </p:cNvSpPr>
          <p:nvPr/>
        </p:nvSpPr>
        <p:spPr>
          <a:xfrm>
            <a:off x="9725025" y="1428750"/>
            <a:ext cx="38100" cy="3200400"/>
          </a:xfrm>
          <a:prstGeom prst="rect">
            <a:avLst/>
          </a:prstGeom>
          <a:solidFill>
            <a:srgbClr val="297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92332" y="1504950"/>
            <a:ext cx="1408436" cy="304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977B2C5-831F-47F3-9E4C-E5254E119E86}"/>
              </a:ext>
            </a:extLst>
          </p:cNvPr>
          <p:cNvSpPr>
            <a:spLocks noGrp="1"/>
          </p:cNvSpPr>
          <p:nvPr/>
        </p:nvSpPr>
        <p:spPr>
          <a:xfrm>
            <a:off x="8334375" y="5334000"/>
            <a:ext cx="261937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7F9FC"/>
                </a:solidFill>
                <a:latin typeface="Apple SD Gothic Neo"/>
                <a:ea typeface="Apple SD Gothic Neo"/>
                <a:cs typeface="Apple SD Gothic Neo"/>
              </a:rPr>
              <a:t>경기 흐름을 놓치지 마세요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440989-C8B0-4BFC-B2E8-39879F405E85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E7784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3490CE-1074-4875-AD4D-C41547E76A3B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A6B0BD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419740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828</Words>
  <Application>Microsoft Macintosh PowerPoint</Application>
  <DocSecurity>0</DocSecurity>
  <PresentationFormat>Widescreen</PresentationFormat>
  <Paragraphs>231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Apple SD Gothic Neo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김민규</cp:lastModifiedBy>
  <cp:revision>2</cp:revision>
  <dcterms:created xsi:type="dcterms:W3CDTF">2026-06-13T02:14:52Z</dcterms:created>
  <dcterms:modified xsi:type="dcterms:W3CDTF">2026-06-13T06:02:18Z</dcterms:modified>
</cp:coreProperties>
</file>