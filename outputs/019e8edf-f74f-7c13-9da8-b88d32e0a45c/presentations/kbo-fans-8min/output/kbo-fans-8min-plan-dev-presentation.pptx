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e1b4cacd9048e8" /><Relationship Type="http://schemas.openxmlformats.org/officeDocument/2006/relationships/extended-properties" Target="/docProps/app.xml" Id="R493120b0e7fb4cad" /><Relationship Type="http://schemas.openxmlformats.org/officeDocument/2006/relationships/officeDocument" Target="/ppt/presentation.xml" Id="R502b4a3162f243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4d2eb7799e4a4f"/>
  </p:sldMasterIdLst>
  <p:notesMasterIdLst>
    <p:notesMasterId xmlns:r="http://schemas.openxmlformats.org/officeDocument/2006/relationships" r:id="Ra863e4c34ee9408f"/>
  </p:notesMasterIdLst>
  <p:sldIdLst>
    <p:sldId xmlns:r="http://schemas.openxmlformats.org/officeDocument/2006/relationships" id="256" r:id="Rbd1041d4babe4703"/>
    <p:sldId xmlns:r="http://schemas.openxmlformats.org/officeDocument/2006/relationships" id="257" r:id="Rba003c00604b48c3"/>
    <p:sldId xmlns:r="http://schemas.openxmlformats.org/officeDocument/2006/relationships" id="258" r:id="R11b28f57f37b4424"/>
    <p:sldId xmlns:r="http://schemas.openxmlformats.org/officeDocument/2006/relationships" id="259" r:id="R8d468e11b7ed4f12"/>
    <p:sldId xmlns:r="http://schemas.openxmlformats.org/officeDocument/2006/relationships" id="260" r:id="R9c57cc32207340af"/>
    <p:sldId xmlns:r="http://schemas.openxmlformats.org/officeDocument/2006/relationships" id="261" r:id="R823ed843e14944f9"/>
    <p:sldId xmlns:r="http://schemas.openxmlformats.org/officeDocument/2006/relationships" id="262" r:id="R4065aab0a3394733"/>
    <p:sldId xmlns:r="http://schemas.openxmlformats.org/officeDocument/2006/relationships" id="263" r:id="R4a6d4ff335794160"/>
    <p:sldId xmlns:r="http://schemas.openxmlformats.org/officeDocument/2006/relationships" id="264" r:id="Rb1476e7546c44ba7"/>
    <p:sldId xmlns:r="http://schemas.openxmlformats.org/officeDocument/2006/relationships" id="265" r:id="Rf11535db11c54bd7"/>
    <p:sldId xmlns:r="http://schemas.openxmlformats.org/officeDocument/2006/relationships" id="266" r:id="R49f2fbd4c1b1428b"/>
    <p:sldId xmlns:r="http://schemas.openxmlformats.org/officeDocument/2006/relationships" id="267" r:id="Rda599af4f9c44b47"/>
    <p:sldId xmlns:r="http://schemas.openxmlformats.org/officeDocument/2006/relationships" id="268" r:id="R8c32b790926147c6"/>
    <p:sldId xmlns:r="http://schemas.openxmlformats.org/officeDocument/2006/relationships" id="269" r:id="Rd193c45a87a541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019da4c3e74d99" /><Relationship Type="http://schemas.openxmlformats.org/officeDocument/2006/relationships/slideMaster" Target="/ppt/slideMasters/slideMaster1.xml" Id="R364d2eb7799e4a4f" /><Relationship Type="http://schemas.openxmlformats.org/officeDocument/2006/relationships/notesMaster" Target="/ppt/notesMasters/notesMaster1.xml" Id="Ra863e4c34ee9408f" /><Relationship Type="http://schemas.openxmlformats.org/officeDocument/2006/relationships/presProps" Target="/ppt/presProps.xml" Id="Rddfbf9d7506447e4" /><Relationship Type="http://schemas.openxmlformats.org/officeDocument/2006/relationships/viewProps" Target="/ppt/viewProps.xml" Id="R823136b9cb984848" /><Relationship Type="http://schemas.openxmlformats.org/officeDocument/2006/relationships/tableStyles" Target="/ppt/tableStyles.xml" Id="Re973187d3e9c4006" /><Relationship Type="http://schemas.openxmlformats.org/officeDocument/2006/relationships/slide" Target="/ppt/slides/slide1.xml" Id="Rbd1041d4babe4703" /><Relationship Type="http://schemas.openxmlformats.org/officeDocument/2006/relationships/slide" Target="/ppt/slides/slide2.xml" Id="Rba003c00604b48c3" /><Relationship Type="http://schemas.openxmlformats.org/officeDocument/2006/relationships/slide" Target="/ppt/slides/slide3.xml" Id="R11b28f57f37b4424" /><Relationship Type="http://schemas.openxmlformats.org/officeDocument/2006/relationships/slide" Target="/ppt/slides/slide4.xml" Id="R8d468e11b7ed4f12" /><Relationship Type="http://schemas.openxmlformats.org/officeDocument/2006/relationships/slide" Target="/ppt/slides/slide5.xml" Id="R9c57cc32207340af" /><Relationship Type="http://schemas.openxmlformats.org/officeDocument/2006/relationships/slide" Target="/ppt/slides/slide6.xml" Id="R823ed843e14944f9" /><Relationship Type="http://schemas.openxmlformats.org/officeDocument/2006/relationships/slide" Target="/ppt/slides/slide7.xml" Id="R4065aab0a3394733" /><Relationship Type="http://schemas.openxmlformats.org/officeDocument/2006/relationships/slide" Target="/ppt/slides/slide8.xml" Id="R4a6d4ff335794160" /><Relationship Type="http://schemas.openxmlformats.org/officeDocument/2006/relationships/slide" Target="/ppt/slides/slide9.xml" Id="Rb1476e7546c44ba7" /><Relationship Type="http://schemas.openxmlformats.org/officeDocument/2006/relationships/slide" Target="/ppt/slides/slide10.xml" Id="Rf11535db11c54bd7" /><Relationship Type="http://schemas.openxmlformats.org/officeDocument/2006/relationships/slide" Target="/ppt/slides/slide11.xml" Id="R49f2fbd4c1b1428b" /><Relationship Type="http://schemas.openxmlformats.org/officeDocument/2006/relationships/slide" Target="/ppt/slides/slide12.xml" Id="Rda599af4f9c44b47" /><Relationship Type="http://schemas.openxmlformats.org/officeDocument/2006/relationships/slide" Target="/ppt/slides/slide13.xml" Id="R8c32b790926147c6" /><Relationship Type="http://schemas.openxmlformats.org/officeDocument/2006/relationships/slide" Target="/ppt/slides/slide14.xml" Id="Rd193c45a87a5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8d666befd642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acf180d8714aa4" /><Relationship Type="http://schemas.openxmlformats.org/officeDocument/2006/relationships/notesMaster" Target="/ppt/notesMasters/notesMaster1.xml" Id="R1d862e2ea518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1d51e3af84923" /><Relationship Type="http://schemas.openxmlformats.org/officeDocument/2006/relationships/notesMaster" Target="/ppt/notesMasters/notesMaster1.xml" Id="Rfff1672430a149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9af6694fd4db1" /><Relationship Type="http://schemas.openxmlformats.org/officeDocument/2006/relationships/notesMaster" Target="/ppt/notesMasters/notesMaster1.xml" Id="R007fe63ba13d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42ee48714451f" /><Relationship Type="http://schemas.openxmlformats.org/officeDocument/2006/relationships/notesMaster" Target="/ppt/notesMasters/notesMaster1.xml" Id="R85df5a5370714f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9bfad54bf4a1d" /><Relationship Type="http://schemas.openxmlformats.org/officeDocument/2006/relationships/notesMaster" Target="/ppt/notesMasters/notesMaster1.xml" Id="R3aafb542324b46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6d5428f70b4ab4" /><Relationship Type="http://schemas.openxmlformats.org/officeDocument/2006/relationships/notesMaster" Target="/ppt/notesMasters/notesMaster1.xml" Id="R3916f94b36ee4a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2f95ba59e04b83" /><Relationship Type="http://schemas.openxmlformats.org/officeDocument/2006/relationships/notesMaster" Target="/ppt/notesMasters/notesMaster1.xml" Id="R588d655ba6a649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046e9d8b844541" /><Relationship Type="http://schemas.openxmlformats.org/officeDocument/2006/relationships/notesMaster" Target="/ppt/notesMasters/notesMaster1.xml" Id="R3b67048067d346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85de8711b7429b" /><Relationship Type="http://schemas.openxmlformats.org/officeDocument/2006/relationships/notesMaster" Target="/ppt/notesMasters/notesMaster1.xml" Id="Rb63a28ff1bfe4b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1ee56e310746a1" /><Relationship Type="http://schemas.openxmlformats.org/officeDocument/2006/relationships/notesMaster" Target="/ppt/notesMasters/notesMaster1.xml" Id="R7b1d6b023da94d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8403e2b3b544c7" /><Relationship Type="http://schemas.openxmlformats.org/officeDocument/2006/relationships/notesMaster" Target="/ppt/notesMasters/notesMaster1.xml" Id="Ra158b9d9e60b42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f23fb11995444b" /><Relationship Type="http://schemas.openxmlformats.org/officeDocument/2006/relationships/notesMaster" Target="/ppt/notesMasters/notesMaster1.xml" Id="R17c0ba90e7ba4c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cc124334b74e20" /><Relationship Type="http://schemas.openxmlformats.org/officeDocument/2006/relationships/notesMaster" Target="/ppt/notesMasters/notesMaster1.xml" Id="Rc33faf8a90c348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5da5e5de104019" /><Relationship Type="http://schemas.openxmlformats.org/officeDocument/2006/relationships/notesMaster" Target="/ppt/notesMasters/notesMaster1.xml" Id="Rf5db116906af40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0e71a662e4a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e314200fa49f1" /><Relationship Type="http://schemas.openxmlformats.org/officeDocument/2006/relationships/slideLayout" Target="/ppt/slideLayouts/slideLayout1.xml" Id="R22fd2beef0bc4a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d2beef0bc4a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bf8fa40124d89" /><Relationship Type="http://schemas.openxmlformats.org/officeDocument/2006/relationships/image" Target="/ppt/media/image.png" Id="R36ce42e882d8400c" /><Relationship Type="http://schemas.openxmlformats.org/officeDocument/2006/relationships/image" Target="/ppt/media/image2.png" Id="Rd4f3118b896e4a82" /><Relationship Type="http://schemas.openxmlformats.org/officeDocument/2006/relationships/image" Target="/ppt/media/image3.png" Id="Rf25925a138c14e39" /><Relationship Type="http://schemas.openxmlformats.org/officeDocument/2006/relationships/notesSlide" Target="/ppt/notesSlides/notesSlide1.xml" Id="R8bfd929b314840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4b230346d4b2a" /><Relationship Type="http://schemas.openxmlformats.org/officeDocument/2006/relationships/image" Target="/ppt/media/image4.png" Id="Rd62929d35efe4eb4" /><Relationship Type="http://schemas.openxmlformats.org/officeDocument/2006/relationships/image" Target="/ppt/media/image5.png" Id="R3056652f60434835" /><Relationship Type="http://schemas.openxmlformats.org/officeDocument/2006/relationships/notesSlide" Target="/ppt/notesSlides/notesSlide2.xml" Id="R6d04d19a9665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61d86eb2f4c02" /><Relationship Type="http://schemas.openxmlformats.org/officeDocument/2006/relationships/image" Target="/ppt/media/image6.png" Id="R4cbe7666cbac477a" /><Relationship Type="http://schemas.openxmlformats.org/officeDocument/2006/relationships/notesSlide" Target="/ppt/notesSlides/notesSlide3.xml" Id="R6b06da6aad82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035ec6ca84f67" /><Relationship Type="http://schemas.openxmlformats.org/officeDocument/2006/relationships/image" Target="/ppt/media/image7.png" Id="Rcad61b304cb144a1" /><Relationship Type="http://schemas.openxmlformats.org/officeDocument/2006/relationships/notesSlide" Target="/ppt/notesSlides/notesSlide4.xml" Id="R3e18a2cc20e5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6efc83b8d495e" /><Relationship Type="http://schemas.openxmlformats.org/officeDocument/2006/relationships/image" Target="/ppt/media/image8.png" Id="R0888a1453ff84d17" /><Relationship Type="http://schemas.openxmlformats.org/officeDocument/2006/relationships/notesSlide" Target="/ppt/notesSlides/notesSlide5.xml" Id="Ra3c05ebb07e446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61e0c9e4f4cb1" /><Relationship Type="http://schemas.openxmlformats.org/officeDocument/2006/relationships/image" Target="/ppt/media/image9.png" Id="Ra5a685cc2b094c8e" /><Relationship Type="http://schemas.openxmlformats.org/officeDocument/2006/relationships/notesSlide" Target="/ppt/notesSlides/notesSlide6.xml" Id="R97ea1716a6ed49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02b5f2658442e" /><Relationship Type="http://schemas.openxmlformats.org/officeDocument/2006/relationships/image" Target="/ppt/media/image10.png" Id="Ra68c31e0fdf34d76" /><Relationship Type="http://schemas.openxmlformats.org/officeDocument/2006/relationships/notesSlide" Target="/ppt/notesSlides/notesSlide7.xml" Id="R1e128b730a7047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20b081d4d4f5a" /><Relationship Type="http://schemas.openxmlformats.org/officeDocument/2006/relationships/image" Target="/ppt/media/image11.png" Id="R5650b4aa20464e31" /><Relationship Type="http://schemas.openxmlformats.org/officeDocument/2006/relationships/notesSlide" Target="/ppt/notesSlides/notesSlide8.xml" Id="R8cb7f97e52c646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0e05ae1b48f8" /><Relationship Type="http://schemas.openxmlformats.org/officeDocument/2006/relationships/image" Target="/ppt/media/image12.png" Id="Rd9fa131fb4b843d2" /><Relationship Type="http://schemas.openxmlformats.org/officeDocument/2006/relationships/notesSlide" Target="/ppt/notesSlides/notesSlide9.xml" Id="R8004054a32494b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1625e529248c9" /><Relationship Type="http://schemas.openxmlformats.org/officeDocument/2006/relationships/image" Target="/ppt/media/image13.png" Id="Rc55f0362e3194632" /><Relationship Type="http://schemas.openxmlformats.org/officeDocument/2006/relationships/notesSlide" Target="/ppt/notesSlides/notesSlide10.xml" Id="R29ca632983b54a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51aeebaf649fc" /><Relationship Type="http://schemas.openxmlformats.org/officeDocument/2006/relationships/image" Target="/ppt/media/image14.png" Id="R6cce55b7b9f24c4d" /><Relationship Type="http://schemas.openxmlformats.org/officeDocument/2006/relationships/image" Target="/ppt/media/image15.png" Id="R836e82e517e34c9b" /><Relationship Type="http://schemas.openxmlformats.org/officeDocument/2006/relationships/notesSlide" Target="/ppt/notesSlides/notesSlide11.xml" Id="Rad91c8a502a548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da9465181409a" /><Relationship Type="http://schemas.openxmlformats.org/officeDocument/2006/relationships/image" Target="/ppt/media/image16.png" Id="Rd60f28c58ed04f18" /><Relationship Type="http://schemas.openxmlformats.org/officeDocument/2006/relationships/image" Target="/ppt/media/image17.png" Id="Rf2e39382e5dd4edc" /><Relationship Type="http://schemas.openxmlformats.org/officeDocument/2006/relationships/image" Target="/ppt/media/image18.png" Id="Ra6a7ed3f7dad48ff" /><Relationship Type="http://schemas.openxmlformats.org/officeDocument/2006/relationships/notesSlide" Target="/ppt/notesSlides/notesSlide12.xml" Id="Rb772eef5e7964e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924b6ba34f20" /><Relationship Type="http://schemas.openxmlformats.org/officeDocument/2006/relationships/image" Target="/ppt/media/image19.png" Id="Rf4171ec6e3964af7" /><Relationship Type="http://schemas.openxmlformats.org/officeDocument/2006/relationships/image" Target="/ppt/media/image20.png" Id="R7b0ac7f7d1e44065" /><Relationship Type="http://schemas.openxmlformats.org/officeDocument/2006/relationships/notesSlide" Target="/ppt/notesSlides/notesSlide13.xml" Id="R80d62106b71446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e2ae284cf4f43" /><Relationship Type="http://schemas.openxmlformats.org/officeDocument/2006/relationships/image" Target="/ppt/media/image21.png" Id="Rda98f07936dc40e2" /><Relationship Type="http://schemas.openxmlformats.org/officeDocument/2006/relationships/image" Target="/ppt/media/image22.png" Id="Rc6a316db89114150" /><Relationship Type="http://schemas.openxmlformats.org/officeDocument/2006/relationships/image" Target="/ppt/media/image23.png" Id="R2290a1c262d74a1e" /><Relationship Type="http://schemas.openxmlformats.org/officeDocument/2006/relationships/notesSlide" Target="/ppt/notesSlides/notesSlide14.xml" Id="R5f60d3e9fe5d45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3A253-B2AB-42EE-87AA-CF92D5B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1FC71-8B43-4B8F-B9E2-6EB1567B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159DB-7EDD-4EE8-875E-A5806775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5EB1B-C071-498E-9CDA-50A96AE0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AB86A-5E48-4AF3-9C3B-682AEA1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e42e882d8400c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6777B-8418-433F-BCD8-85AB222A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9B810-FAED-4E0D-969C-7E474301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108A7-7C60-489B-A09C-EEC7718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3118b896e4a82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21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3F09A-9D49-40DE-9ADF-2BAAFC4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FCE67-44B7-483E-9242-D9FE138E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문자중계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B7BF3-1D5D-4425-AE60-F7D19AC0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925a138c14e39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97966-49CB-4211-AA71-39C3A82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F20D6-736C-4B43-8084-13FF993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A5FCD-1027-458F-B2F3-79DFFAE9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F2815-267F-46EF-A314-11544CB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27FC5-E5E9-484E-AE20-16D54807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BA5B7-F56A-4204-9342-32C4E5B4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전, 경기 중, 경기 후에 필요한 기능을 한 앱에 묶는다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기능은 마이팀, 홈, 경기 상세, 일정, 순위, 기록실, 알림, 데이터 처리로 나눈다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발표는 기능별로 기획한 내용과 개발한 내용을 분리한다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2F0FE-2C68-4B3B-B829-13C34394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FEAAE-BB39-4A15-BBFC-F52C6BB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B8AF1-6239-4DCD-8C15-76D244FD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0C508-2CB6-40D6-A8F0-4177A86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온보딩, 홈, 경기 상세, 일정, 순위, 기록실, 설정 화면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예매 알림, push moment, widget sync, live activity service 준비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실제 앱 캡처를 PPT에 반영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0BD7E-EFBC-4D5F-93C7-C54B42E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FC06C-2ED6-4B81-992B-2448B112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74765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9F980-BA92-4095-9AD5-223B232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CFF70-2792-479F-B0BB-EFD87C21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B75BE-BF99-4933-BA4C-4D6B154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D227D-5EA3-4077-8D32-04F138F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마이팀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08B60-7C84-4462-8E0A-604BB9FB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1981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929d35efe4eb4"/>
          <a:srcRect xmlns:a="http://schemas.openxmlformats.org/drawingml/2006/main" l="1854" t="0" r="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1400175"/>
            <a:ext cx="1847850" cy="4152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62560-B75B-4F93-86B6-5D51D9D5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D51F1-D647-44DC-AD63-442CA45B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0400E-258C-406B-992C-AFB42F0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33500"/>
            <a:ext cx="1981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6652f60434835"/>
          <a:srcRect xmlns:a="http://schemas.openxmlformats.org/drawingml/2006/main" l="1854" t="0" r="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5575" y="1400175"/>
            <a:ext cx="1847850" cy="4152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F7A81-F3F4-45FF-AF1A-A7BEC530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959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41EDA-99AC-4ABB-BDE9-2240FD5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531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DA683-424E-447F-A3FC-1CE42DB6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D034B-972F-4E79-BB4D-0795B2D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FB612-1E1B-4B1F-AA6F-5C4F9B4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D6F3D-D5A8-4B08-9DEB-511C76C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사용자가 응원팀을 선택한다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선택한 팀을 홈, 설정, 알림의 기준으로 사용한다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사용자가 나중에 응원팀을 변경할 수 있게 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601CD-B584-4E6D-AF10-E0BA0648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BD9D0-A6EC-47CA-B8B7-76A4DB2F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6BE5D-4CAE-4F8B-8E1E-018FF975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1BABA-1158-4AFE-ACD1-7C6D355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OnboardingScreen 10개 구단 선택 화면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MyTeamNotifier와 SharedPreferences 저장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설정 화면에서 /onboarding?mode=edit 팀 변경 연결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마이팀 변경 시 push 등록 정보 동기화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2B00F-E175-4D81-B218-E82F61D7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DF17A-238B-41B9-A161-F296268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36927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FA7B0-6791-477E-911A-F98C424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058D6-30F4-48E9-B9E0-75B14640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9D9EE-FCA0-4FEE-A99E-E0B67AA4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1A787-B927-43CD-921F-668D91A7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2ADB7-A80A-4E66-A338-650EAD1D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e7666cbac477a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4B5D6-48CA-4EFB-8365-2200A820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26ABD-D87A-4394-924B-696FD9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0B941-BC5D-4A94-902E-B4D4910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45BCC-D98A-4FDB-843E-0845AE2A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45BEC-444B-40ED-AB32-06BBC4D2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AFFFE-096A-47EC-9A23-BACD935A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오늘 경기 정보를 첫 화면에서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마이팀 경기와 전체 경기 상태를 함께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카드에서 상세 화면으로 진입한다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C3EEC-37D1-49E4-BD25-84B45809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C2F6C-5A31-43FE-BB57-48678EDC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082D2-635C-4F7E-A0DC-049074E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ADF47-0D61-43EB-ABDD-915B01C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HomeScreen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MyTeamGameCard와 GameCard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scoreboard provider와 home aggregate provider 연결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하단 탭과 경기 상세 진입 흐름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DC9F0-4052-4B6E-B46F-39D690C6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C342D-FED4-4FF2-B032-5B021CE4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66477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60EB3-FECD-4FB3-85EA-AF0404A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7E9BE-C382-4BDE-8F21-7B334D7A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35074-AF57-49BC-97E9-390A9483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AD7D6-3411-4E65-B7A2-2351DE4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경기 상세 스코어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7B773-62CA-46CC-AA70-494BB1B1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61b304cb144a1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D3D9B-1390-4CB2-8FE2-579EDF14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20567-AA25-4597-910A-85948D5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스코어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C2371-4676-48CA-8701-5066B5E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1A2D2-BA1B-44EF-A75F-5B4D037D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A8DA3-64C8-4EF6-9205-1FB1671A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B1ED2-30F2-4DE3-A940-0ADA75A1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특정 경기의 점수 흐름을 이닝별로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팀별 점수, 안타, 실책, 볼넷 합계를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하이라이트 영역으로 주요 장면을 확인한다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59861-BB21-44B1-943D-11965B0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449B0-6335-4BD7-9BF3-7FDA039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C8F2B-FF8C-4905-B95D-2227BC8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D55FA-937D-40BD-9604-ADD7B4A6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GameDetailScreen에 스코어 탭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/game/:gameId 상세 라우트 연결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이닝별 스코어와 팀 합계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하이라이트 영역 배치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B7390-9FC3-4A8F-8577-9ABAD9C6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447F4-0241-40EE-8B80-A1F4AEB8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65523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C4210C-AFDB-40BF-8C7B-C06A03F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C033C-6269-4B57-889E-3E3029C3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6276D-CE72-4546-B6D4-CF0D3AA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861C3-F501-4CB4-A2AD-0590573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문자중계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0B2D9-3BF7-4067-B946-12D2E0A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8a1453ff84d17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26F71-D76A-4212-9282-00B28D9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1954-89D8-485C-A4D9-7A06FD7B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문자중계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C2FD0-BAE9-478E-BD94-39BE7E87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59621-92EB-46B5-B0AC-D4338B6C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C35ED-C30D-4882-AB45-8DBD05D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CEF41-FB5C-4AF7-AAA4-4DB5AF1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현재 타석을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투수, 타자, 볼카운트, 아웃카운트를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진행 로그를 확인한다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FBFFC-506B-4460-AD9D-7AB2C512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1A38E-31F6-43E2-A619-8E38C70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FDF37-1D1D-4037-941D-9526BC14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0096B-83B1-4E6A-9109-A04A1CA0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상세 문자중계 탭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relay provider와 current at-bat provider 연결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현재 타석 카드, 투수/타자 정보, 카운트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중계 리스트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A60CA-B1DF-408D-9973-33EECBD0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0CEF9-F2C6-49B3-85E9-998349E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56187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442BA-38B5-4C1F-9ABB-F0DE9AAA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64FC3-29FB-4776-A760-B4E89E68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C48A2-2473-479C-A2D9-79613DE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95899-5CD0-41AA-B50A-AC501EA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박스스코어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27972-349F-438B-AC4D-9BCF299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685cc2b094c8e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F238E-25F0-4DDB-B168-0CAAB3B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510F-7204-496C-BB15-5F9C3DFF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박스스코어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9450A-777B-4B68-9924-78CA4528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41651-3638-4B0C-9768-9255B04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56800-B65A-4C9A-9E05-88177C6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637F8-D453-4CDD-B6B8-9241B28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선수별 경기 기록을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타자 기록과 투수 기록을 구분해서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후 선수별 기록을 확인한다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15DB3-BBA9-43FC-BB30-D5522BB4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33E1C-7FDF-46F0-B374-3FAAD9E1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2725B-8C93-4580-93A9-3C914079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D8C52-DEB7-4DF0-A136-C798E4B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boxscore_tab.dart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팀별 박스스코어 전환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선수별 기록 카드와 리스트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상세 탭 안에서 박스스코어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6DAB7-58C1-4087-ABA8-8F4068E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4FF8C-6ABE-4307-A617-FFE50C78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44494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80E1CF-6317-4067-A6A7-80D3D21D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B4D51-BB99-45C5-AF81-8458F18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65D2B-D581-4872-99C8-916A0DBA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2DE16-D81E-4EEC-A461-3AAC90F9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라인업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B0CE3-6992-4AE1-860B-7ABA7CE8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c31e0fdf34d76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14AAA-2FF0-4937-8179-57926AC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D1A57-8E15-47B1-959D-4574844F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라인업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6FBF5-73E5-4D30-AA7F-CFD2C95F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BF965-4DAD-43E3-90E9-A7AE5E7A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BBAFD-F8CA-4C5D-A5C4-B115FB9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17D86-1801-4BC8-AA7B-EED9FBB1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양 팀 선발 구성을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선발 투수와 주요 타자를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전 라인업 정보를 경기 상세에서 확인한다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75D67-E7BA-4116-9833-401D898E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A38F9-E398-4E5E-A178-9E2C749F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8770A-0F7D-4523-B490-F457E4C1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E060A-1E95-46D2-81D0-D21ED160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lineup_tab.dart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팀별 라인업 비교 화면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선발 선수 카드와 팀 비교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상세 탭 안에서 라인업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7FECB-BB41-474C-991C-35B892EF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40C1C-D20B-4BAC-A12E-0A59443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491033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E08CF-7357-451B-BB3F-D50CA9D2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C61B5-232F-4899-8846-2718BE48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7358F-3FE3-4A8A-A8CC-04ECD78B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2CBFE-D519-4C9E-9CA4-B93C8AEA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B3706-7240-42F8-9C9D-AFC31F1A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0b4aa20464e31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8E374-CE6D-4246-B8AD-B8CD5FA5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CDFEE-F519-4044-ABEF-FB18E55B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14CA-70F4-40D6-989C-E8536D2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A6A97-4710-40EE-A478-9CA1B18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2956A-AB08-4D2B-99DB-D0FA8BD4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E4473-A863-4E71-A0D8-03BA579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월별 경기 일정을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날짜별 경기 정보를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상태와 구장 정보를 확인한다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13DFA-0E4D-47BF-A3F1-499157B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91FD8-480A-4751-8BB0-64215C69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D55F6-41A3-4094-8326-80543BE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F88D5-026A-4815-93D5-3A7528A6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ScheduleScreen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ScheduleGameCard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월 이동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날짜별 경기 카드와 경기 상태 표시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F7C45-16C9-4318-943A-4970CE73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C1B69-F810-4D19-81DD-D3D14E63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65573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BB095-C3C2-4F37-BA4A-7D1DBB39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CC0AF-679A-46B1-A657-5AE7C6C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B5AB0-4E1E-4871-AC38-7305C94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0AA97-3CEC-445F-92F4-F7245D95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예매 알림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2EA68-4E25-486D-A2FA-0E03F79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a131fb4b843d2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AF8E3-2BB6-47EA-B9A5-4C9ED73D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6305A-3D5F-4E12-9CC4-58F464EE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22DAD-E8EE-4A2F-BB57-13224A72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7A9FF-A480-44A2-802F-AC16749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AE685-2FEE-45AA-916D-C13B46A3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0B033-86EE-40F7-A353-30362F0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예매 오픈 시간을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예매 알림을 설정한다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일정과 예매 정보를 연결한다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5394E-D654-4814-A812-954FD38B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F18D9-347E-4310-B426-77AD3A1B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78B7C-F356-4372-BD08-FC972512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7C268-DDCA-4AB6-AC7C-3C32AD0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TicketAlertService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예매 알림 local reminder 흐름 준비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단위 알림 예약/해제 로직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일정 화면과 연결할 수 있는 service 단위 기능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4B6A6-A8BC-4170-A380-C26AA703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96E75-A37C-4143-BA1A-5E1E5F1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78655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E8EB9-002C-4F2C-9B45-1B26E98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89A43-2F98-4A5E-A11D-0DD44433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59B52-40C6-4877-80AC-879DE0B8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8829D-4D43-464A-BE5A-A238CB59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CC9AF-FCE4-4ED1-A86D-9751816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247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f0362e3194632"/>
          <a:srcRect xmlns:a="http://schemas.openxmlformats.org/drawingml/2006/main" l="1569" t="0" r="15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1285875"/>
            <a:ext cx="2114550" cy="4724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E2558-8BB8-4A5B-844F-CA93D2B8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833A-FB02-415F-85D5-EF4D23EB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순위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A7614-BA08-439C-B2BC-678761B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D1C61-94E9-472E-83D3-BB54E99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00BF8-A3C3-44E8-8B05-62045FB2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F2E85-4FE5-4FFE-A4B3-5A24A61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팀 순위를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시즌 기준 팀 성적을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결과가 순위에 반영되는 흐름을 확인한다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17D4F-98CD-4897-9D10-801A5FCB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C7A93-780D-4F1F-B21A-8E25132A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7E086-8D8C-473E-A65D-72EC94A2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F6BA6-E888-41BA-BE02-7938E87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StandingsScreen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/standings 라우트 연결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팀 순위표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시즌 기준 standings provider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525CA-B0CB-48BE-9CFD-3BF357D9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81A59-DD6C-46C4-93C3-2E8736D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40071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2C336-5232-4F6B-8D19-B5194929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AE978-FABD-468C-A036-711FF640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0E3B-5931-4B6A-9D1E-BF7DD45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971AD-DEB9-4F29-B17A-82B9CBE8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1FA76-11A6-44F3-A5BF-A8D34722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1981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e55b7b9f24c4d"/>
          <a:srcRect xmlns:a="http://schemas.openxmlformats.org/drawingml/2006/main" l="1854" t="0" r="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1400175"/>
            <a:ext cx="1847850" cy="4152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78A58-28AE-45E3-87C0-A5D21DCC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D285-A788-45E9-B82F-783C0FE2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532F7-55B8-4EB9-A4ED-11961AE0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33500"/>
            <a:ext cx="1981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e82e517e34c9b"/>
          <a:srcRect xmlns:a="http://schemas.openxmlformats.org/drawingml/2006/main" l="1854" t="0" r="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5575" y="1400175"/>
            <a:ext cx="1847850" cy="4152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B7079-4D7A-4A70-B2F0-E7F9916A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959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CCAE3-4BBA-44E6-AC92-E284E3F8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531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리더보드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690E6-2DD6-4500-A5C8-E7EB8495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58506-F82D-43B4-A963-74A7D749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CF594-923E-4D5C-8F9B-E4D370E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7E73F-52FD-438C-8054-134B631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선수 기록을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주요 지표별 리더보드를 확인한다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리더보드에서 선수 상세로 이동한다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9FAA2-ED88-4BDE-B014-2D78BAED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27661-F0B0-4572-905E-A1D2E1C2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15D24-703E-4CE3-BA9A-E2A2ABFF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5CFB0-E539-4ABA-A1A8-E298CE24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RecordsScreen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LeaderboardScreen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PlayerDetailScreen 라우트 연결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/records, /records/leaderboard/:metric, /records/player/:playerId 구현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00F47-05DE-4159-BEC2-1227ED1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76992-60D3-40DA-9D90-BF770D8A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021410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ECFEF1-0560-43A9-B1E1-0B2B7602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0B467-8A55-4EF1-9B4B-F34666B1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88118-8BDD-4920-AA40-43CC217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3F8BD-4897-47EA-9DCF-D6D02BE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알림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FDE47-35EE-495F-90FF-9768C169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f28c58ed04f18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FC2-1197-4668-B08F-0A4B5DDA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2CE01-1F2D-4C21-AB7B-821AF1B0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알림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BE5E9-C6FC-4116-8E9A-26C2AC31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39382e5dd4edc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21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0E157-FF05-41D8-A0D7-ADB9B9EA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CE07A-1603-4AC0-A11C-FD549D3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전달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D2154-6D33-4241-8AE9-C98AACC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7ed3f7dad48ff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F079B-99C1-4E6C-AD8E-C65D3B4F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C2615-A6DF-4819-BA8C-3CB98413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앱 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E6B8C-AA33-48A3-92A3-7695FA63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0713A-443E-41D4-A42E-04E255B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6EDE1-1AD9-4F01-9EAD-CF2AA479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C5BC1-509F-41B2-8C39-46AE5868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경기 시작, 득점, 홈런, 역전, 경기 종료 알림을 구분한다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라인업 공개와 이닝 전환 알림을 구분한다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알림 전달 방식을 선택한다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C5C68-8277-49DB-805E-F618B27B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6012D-BA79-49EC-817D-E6C7FB2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32772-9AD4-47D9-96A7-6E588C5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E5A74-540E-40C0-8FC6-95588948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PushNotificationMoment 정의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NotificationDeliveryMode 정의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설정 화면에 알림 목록과 전달 방식 선택 UI 구현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GameEventAlertService, LiveActivityService, WidgetSyncService 준비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10094-23F5-4D0F-A66C-640A0A1C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EEF13-EF8A-4151-9ECE-1FD27C4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550122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16075-506C-4876-95F4-86C825E4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87554-F3A0-4691-A003-AC2DDDC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24816-B225-4F7B-BC10-BA489A95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FE511-0D2B-458C-89A6-9832069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ABB34-A10A-4CC4-9EA4-9544C728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1981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71ec6e3964af7"/>
          <a:srcRect xmlns:a="http://schemas.openxmlformats.org/drawingml/2006/main" l="1854" t="0" r="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1400175"/>
            <a:ext cx="1847850" cy="4152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0BDAA-B578-456F-BAC5-A7DF8F4F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406B8-DB04-473D-B923-D8E1A1C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531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경기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49A70-27F7-4DDE-831B-39577CB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33500"/>
            <a:ext cx="1981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ac7f7d1e44065"/>
          <a:srcRect xmlns:a="http://schemas.openxmlformats.org/drawingml/2006/main" l="1854" t="0" r="1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5575" y="1400175"/>
            <a:ext cx="1847850" cy="4152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B79E1-ABD1-45C8-A0FA-E7121A5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9595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3B5D5-EABF-4653-B812-1DA32C2B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53100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643A3-6018-426C-803C-91788C0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36D78-F8F7-4BF5-ACF7-9D42867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9870A-ED88-4915-BED8-FDB0C242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1B10-C349-4D43-912D-DDF88E3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현재 경기 데이터와 과거 기록 데이터를 구분한다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현재 경기는 최신성을 우선한다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과거 기록은 snapshot을 활용한다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앱 밖 화면에 필요한 경기 데이터를 전달한다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4530C-A71F-45B1-AA5B-3E1440D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8CFDC-830C-4566-A256-F9B1B0A4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E0AC7-6215-4F09-9F75-43C52CFD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0971B-0646-4789-AB2F-B9858186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no-backend direct KBO 경로를 기본 실행 방향으로 준비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gameRepositoryProvider가 API/direct repository 경로 선택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generated asset과 snapshot 경로를 기록실/과거 데이터에 활용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WidgetSyncService와 LiveActivityService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D4DCB-A650-4AFA-B8BC-1926D3E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5EC7B-609A-4D68-84B4-54198C5F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84546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7A281-6A2C-4C12-AB72-6A03FC1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0">
            <a:solidFill>
              <a:srgbClr val="0F0F0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3FBED-129C-4741-8583-1DD12BE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12C41-2C22-4C7B-93F9-2F19F799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D600"/>
                </a:solidFill>
                <a:latin typeface="Apple SD Gothic Neo"/>
                <a:ea typeface="Apple SD Gothic Neo"/>
                <a:cs typeface="Apple SD Gothic Neo"/>
              </a:rPr>
              <a:t>KBO Fans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55ADA-793C-42B7-8087-84571865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현황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B10AF-91A4-4225-9AF2-E04026C1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8f07936dc40e2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A8E38-BB38-4543-8865-E3D47F0E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06EDB-220B-47EA-8F64-C24B1681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473C1-1E31-4BD5-B7A2-D8FEAFB2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316db89114150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21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C7387-6A05-4A91-9135-1654668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BFD72-32EE-423D-A839-B9294D0F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C494C-C157-4053-A064-B3B41D2A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28750"/>
            <a:ext cx="1485900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0a1c262d74a1e"/>
          <a:srcRect xmlns:a="http://schemas.openxmlformats.org/drawingml/2006/main" l="2430" t="0" r="24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8575" y="1495425"/>
            <a:ext cx="1352550" cy="30765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7CBEB-F14F-490F-A412-2F1795BE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14875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ED1A2-23AC-497D-8A48-E50ADE2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72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알림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6B53A-44F6-42F0-B74B-03BFE1FE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8E030-845E-426F-85C1-3E0D55B7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solidFill>
              <a:srgbClr val="FFD6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094F3-05F9-4F9C-824D-A73DDE5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기획한 내용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BB112-CD24-4BF9-9CF1-C2D2875E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현재 보여줄 수 있는 화면과 다음 검증 대상을 구분한다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앱 화면 구현과 앱 밖 기능 준비 상태를 구분한다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발표에서 현재 범위를 과장 없이 설명한다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3A9B9-B913-4E33-8C83-8DE9B4AB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4857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DA25A-D887-40D9-9F9E-6980E858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766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53"/>
          </a:solidFill>
          <a:ln xmlns:a="http://schemas.openxmlformats.org/drawingml/2006/main" w="0">
            <a:solidFill>
              <a:srgbClr val="00C8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5E207-CC15-498C-8B72-0E518EA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451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개발한 내용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D2836-8829-4447-8473-EECD0987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29100"/>
            <a:ext cx="4457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화면 구현: 온보딩, 홈, 경기 상세 4탭, 일정, 순위, 기록실, 설정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service 준비: 예매 알림, push moment, widget sync, live activity</a:t>
            </a:r>
          </a:p>
          <a:p xmlns:a="http://schemas.openxmlformats.org/drawingml/2006/main">
            <a:pPr algn="l">
              <a:def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B0B0B0"/>
                </a:solidFill>
                <a:latin typeface="Apple SD Gothic Neo"/>
                <a:ea typeface="Apple SD Gothic Neo"/>
                <a:cs typeface="Apple SD Gothic Neo"/>
              </a:rPr>
              <a:t>- 다음 검증: 실제 기기 push, iOS/Android 위젯, live activity, 테스터 배포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BF72F-237A-4B4B-AD26-6AE50C91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rPr>
              <a:t>기획한 내용 / 개발한 내용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B9DF9-F243-4E7D-920C-1C41778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666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5626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2026-06-04T02:55:48.3890000Z</dcterms:created>
  <dcterms:modified xsi:type="dcterms:W3CDTF">2026-06-04T02:55:48.3890000Z</dcterms:modified>
</coreProperties>
</file>